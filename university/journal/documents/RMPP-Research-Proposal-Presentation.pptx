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ssein, Mustafa" userId="956acf5f-7061-4824-baff-5764afd1a5dc" providerId="ADAL" clId="{2BBCACE1-AA20-498D-877D-BC355C21BF4D}"/>
    <pc:docChg chg="undo custSel addSld modSld sldOrd">
      <pc:chgData name="Hussein, Mustafa" userId="956acf5f-7061-4824-baff-5764afd1a5dc" providerId="ADAL" clId="{2BBCACE1-AA20-498D-877D-BC355C21BF4D}" dt="2026-01-13T21:22:54.533" v="319" actId="478"/>
      <pc:docMkLst>
        <pc:docMk/>
      </pc:docMkLst>
      <pc:sldChg chg="addSp delSp modSp new mod setBg delAnim">
        <pc:chgData name="Hussein, Mustafa" userId="956acf5f-7061-4824-baff-5764afd1a5dc" providerId="ADAL" clId="{2BBCACE1-AA20-498D-877D-BC355C21BF4D}" dt="2026-01-13T21:22:23.538" v="304" actId="478"/>
        <pc:sldMkLst>
          <pc:docMk/>
          <pc:sldMk cId="1145391898" sldId="256"/>
        </pc:sldMkLst>
        <pc:spChg chg="add mod">
          <ac:chgData name="Hussein, Mustafa" userId="956acf5f-7061-4824-baff-5764afd1a5dc" providerId="ADAL" clId="{2BBCACE1-AA20-498D-877D-BC355C21BF4D}" dt="2026-01-03T16:35:52.442" v="244" actId="1076"/>
          <ac:spMkLst>
            <pc:docMk/>
            <pc:sldMk cId="1145391898" sldId="256"/>
            <ac:spMk id="4" creationId="{E61A1406-9A11-DD57-73B0-53E3B1B7E064}"/>
          </ac:spMkLst>
        </pc:spChg>
        <pc:spChg chg="add mod">
          <ac:chgData name="Hussein, Mustafa" userId="956acf5f-7061-4824-baff-5764afd1a5dc" providerId="ADAL" clId="{2BBCACE1-AA20-498D-877D-BC355C21BF4D}" dt="2026-01-03T16:34:20.227" v="243" actId="1076"/>
          <ac:spMkLst>
            <pc:docMk/>
            <pc:sldMk cId="1145391898" sldId="256"/>
            <ac:spMk id="5" creationId="{9F41AD42-3A27-CE0C-5065-C1A36D404F0F}"/>
          </ac:spMkLst>
        </pc:spChg>
        <pc:picChg chg="add mod">
          <ac:chgData name="Hussein, Mustafa" userId="956acf5f-7061-4824-baff-5764afd1a5dc" providerId="ADAL" clId="{2BBCACE1-AA20-498D-877D-BC355C21BF4D}" dt="2026-01-03T16:33:11.731" v="234" actId="1076"/>
          <ac:picMkLst>
            <pc:docMk/>
            <pc:sldMk cId="1145391898" sldId="256"/>
            <ac:picMk id="7" creationId="{7E0C36F3-0734-E0A7-9886-258271CC780F}"/>
          </ac:picMkLst>
        </pc:picChg>
        <pc:picChg chg="del mod">
          <ac:chgData name="Hussein, Mustafa" userId="956acf5f-7061-4824-baff-5764afd1a5dc" providerId="ADAL" clId="{2BBCACE1-AA20-498D-877D-BC355C21BF4D}" dt="2026-01-13T21:22:23.538" v="304" actId="478"/>
          <ac:picMkLst>
            <pc:docMk/>
            <pc:sldMk cId="1145391898" sldId="256"/>
            <ac:picMk id="8" creationId="{C1F0AB32-517F-D740-87C5-80AA5894F959}"/>
          </ac:picMkLst>
        </pc:picChg>
      </pc:sldChg>
      <pc:sldChg chg="addSp delSp modSp new mod delAnim">
        <pc:chgData name="Hussein, Mustafa" userId="956acf5f-7061-4824-baff-5764afd1a5dc" providerId="ADAL" clId="{2BBCACE1-AA20-498D-877D-BC355C21BF4D}" dt="2026-01-13T21:22:25.371" v="305" actId="478"/>
        <pc:sldMkLst>
          <pc:docMk/>
          <pc:sldMk cId="3355412121" sldId="257"/>
        </pc:sldMkLst>
        <pc:spChg chg="mod">
          <ac:chgData name="Hussein, Mustafa" userId="956acf5f-7061-4824-baff-5764afd1a5dc" providerId="ADAL" clId="{2BBCACE1-AA20-498D-877D-BC355C21BF4D}" dt="2026-01-03T16:16:21.036" v="187" actId="20577"/>
          <ac:spMkLst>
            <pc:docMk/>
            <pc:sldMk cId="3355412121" sldId="257"/>
            <ac:spMk id="2" creationId="{607D1BCB-1B3F-EC3B-F1F2-F7C1311F9ECF}"/>
          </ac:spMkLst>
        </pc:spChg>
        <pc:spChg chg="mod">
          <ac:chgData name="Hussein, Mustafa" userId="956acf5f-7061-4824-baff-5764afd1a5dc" providerId="ADAL" clId="{2BBCACE1-AA20-498D-877D-BC355C21BF4D}" dt="2026-01-03T16:16:29.043" v="188" actId="20577"/>
          <ac:spMkLst>
            <pc:docMk/>
            <pc:sldMk cId="3355412121" sldId="257"/>
            <ac:spMk id="3" creationId="{FE846B51-7005-2941-3FCB-C35A094619FF}"/>
          </ac:spMkLst>
        </pc:spChg>
        <pc:picChg chg="add mod ord">
          <ac:chgData name="Hussein, Mustafa" userId="956acf5f-7061-4824-baff-5764afd1a5dc" providerId="ADAL" clId="{2BBCACE1-AA20-498D-877D-BC355C21BF4D}" dt="2026-01-03T16:17:15.319" v="193" actId="14100"/>
          <ac:picMkLst>
            <pc:docMk/>
            <pc:sldMk cId="3355412121" sldId="257"/>
            <ac:picMk id="5" creationId="{D40AEB83-4884-E1E9-0BF3-A8D886C74453}"/>
          </ac:picMkLst>
        </pc:picChg>
        <pc:picChg chg="del mod">
          <ac:chgData name="Hussein, Mustafa" userId="956acf5f-7061-4824-baff-5764afd1a5dc" providerId="ADAL" clId="{2BBCACE1-AA20-498D-877D-BC355C21BF4D}" dt="2026-01-13T21:22:25.371" v="305" actId="478"/>
          <ac:picMkLst>
            <pc:docMk/>
            <pc:sldMk cId="3355412121" sldId="257"/>
            <ac:picMk id="6" creationId="{77E951CA-A5EC-17FF-38E1-CC04E77682EC}"/>
          </ac:picMkLst>
        </pc:picChg>
      </pc:sldChg>
      <pc:sldChg chg="addSp delSp modSp new mod delAnim">
        <pc:chgData name="Hussein, Mustafa" userId="956acf5f-7061-4824-baff-5764afd1a5dc" providerId="ADAL" clId="{2BBCACE1-AA20-498D-877D-BC355C21BF4D}" dt="2026-01-13T21:22:26.705" v="306" actId="478"/>
        <pc:sldMkLst>
          <pc:docMk/>
          <pc:sldMk cId="1940643540" sldId="258"/>
        </pc:sldMkLst>
        <pc:spChg chg="mod">
          <ac:chgData name="Hussein, Mustafa" userId="956acf5f-7061-4824-baff-5764afd1a5dc" providerId="ADAL" clId="{2BBCACE1-AA20-498D-877D-BC355C21BF4D}" dt="2026-01-03T15:00:47.977" v="99" actId="20577"/>
          <ac:spMkLst>
            <pc:docMk/>
            <pc:sldMk cId="1940643540" sldId="258"/>
            <ac:spMk id="2" creationId="{30495CA8-B719-14DD-10B8-46843DD569BC}"/>
          </ac:spMkLst>
        </pc:spChg>
        <pc:spChg chg="mod">
          <ac:chgData name="Hussein, Mustafa" userId="956acf5f-7061-4824-baff-5764afd1a5dc" providerId="ADAL" clId="{2BBCACE1-AA20-498D-877D-BC355C21BF4D}" dt="2026-01-03T15:01:02.439" v="100" actId="20577"/>
          <ac:spMkLst>
            <pc:docMk/>
            <pc:sldMk cId="1940643540" sldId="258"/>
            <ac:spMk id="3" creationId="{E97B47CF-55CB-CAA1-4384-019EFE86B5CA}"/>
          </ac:spMkLst>
        </pc:spChg>
        <pc:picChg chg="add mod">
          <ac:chgData name="Hussein, Mustafa" userId="956acf5f-7061-4824-baff-5764afd1a5dc" providerId="ADAL" clId="{2BBCACE1-AA20-498D-877D-BC355C21BF4D}" dt="2026-01-03T16:23:06.095" v="196" actId="1076"/>
          <ac:picMkLst>
            <pc:docMk/>
            <pc:sldMk cId="1940643540" sldId="258"/>
            <ac:picMk id="5" creationId="{6A4230E4-4AE4-0DE9-F6FC-CE7EF0B777D1}"/>
          </ac:picMkLst>
        </pc:picChg>
        <pc:picChg chg="del mod">
          <ac:chgData name="Hussein, Mustafa" userId="956acf5f-7061-4824-baff-5764afd1a5dc" providerId="ADAL" clId="{2BBCACE1-AA20-498D-877D-BC355C21BF4D}" dt="2026-01-13T21:22:26.705" v="306" actId="478"/>
          <ac:picMkLst>
            <pc:docMk/>
            <pc:sldMk cId="1940643540" sldId="258"/>
            <ac:picMk id="6" creationId="{99FDB22B-7EA1-305C-4639-5E48063AEE30}"/>
          </ac:picMkLst>
        </pc:picChg>
      </pc:sldChg>
      <pc:sldChg chg="addSp delSp modSp new mod delAnim">
        <pc:chgData name="Hussein, Mustafa" userId="956acf5f-7061-4824-baff-5764afd1a5dc" providerId="ADAL" clId="{2BBCACE1-AA20-498D-877D-BC355C21BF4D}" dt="2026-01-13T21:22:28.805" v="307" actId="478"/>
        <pc:sldMkLst>
          <pc:docMk/>
          <pc:sldMk cId="2896588560" sldId="259"/>
        </pc:sldMkLst>
        <pc:spChg chg="mod">
          <ac:chgData name="Hussein, Mustafa" userId="956acf5f-7061-4824-baff-5764afd1a5dc" providerId="ADAL" clId="{2BBCACE1-AA20-498D-877D-BC355C21BF4D}" dt="2026-01-03T15:01:13.373" v="104"/>
          <ac:spMkLst>
            <pc:docMk/>
            <pc:sldMk cId="2896588560" sldId="259"/>
            <ac:spMk id="2" creationId="{69D9DCFD-476A-7278-B0D3-2575562AE350}"/>
          </ac:spMkLst>
        </pc:spChg>
        <pc:spChg chg="mod">
          <ac:chgData name="Hussein, Mustafa" userId="956acf5f-7061-4824-baff-5764afd1a5dc" providerId="ADAL" clId="{2BBCACE1-AA20-498D-877D-BC355C21BF4D}" dt="2026-01-03T15:01:15.732" v="105" actId="20577"/>
          <ac:spMkLst>
            <pc:docMk/>
            <pc:sldMk cId="2896588560" sldId="259"/>
            <ac:spMk id="3" creationId="{FB00D617-AE03-175A-4311-79A2A4D15023}"/>
          </ac:spMkLst>
        </pc:spChg>
        <pc:picChg chg="add mod">
          <ac:chgData name="Hussein, Mustafa" userId="956acf5f-7061-4824-baff-5764afd1a5dc" providerId="ADAL" clId="{2BBCACE1-AA20-498D-877D-BC355C21BF4D}" dt="2026-01-03T16:24:57.806" v="201" actId="1076"/>
          <ac:picMkLst>
            <pc:docMk/>
            <pc:sldMk cId="2896588560" sldId="259"/>
            <ac:picMk id="5" creationId="{E849539E-5FB8-592C-4362-2590F27F71B9}"/>
          </ac:picMkLst>
        </pc:picChg>
        <pc:picChg chg="del mod">
          <ac:chgData name="Hussein, Mustafa" userId="956acf5f-7061-4824-baff-5764afd1a5dc" providerId="ADAL" clId="{2BBCACE1-AA20-498D-877D-BC355C21BF4D}" dt="2026-01-13T21:22:28.805" v="307" actId="478"/>
          <ac:picMkLst>
            <pc:docMk/>
            <pc:sldMk cId="2896588560" sldId="259"/>
            <ac:picMk id="6" creationId="{E75050E8-0D9C-E92A-08E3-9E92B93CBE14}"/>
          </ac:picMkLst>
        </pc:picChg>
      </pc:sldChg>
      <pc:sldChg chg="delSp modSp add mod delAnim">
        <pc:chgData name="Hussein, Mustafa" userId="956acf5f-7061-4824-baff-5764afd1a5dc" providerId="ADAL" clId="{2BBCACE1-AA20-498D-877D-BC355C21BF4D}" dt="2026-01-13T21:22:31.139" v="309" actId="478"/>
        <pc:sldMkLst>
          <pc:docMk/>
          <pc:sldMk cId="2433371028" sldId="260"/>
        </pc:sldMkLst>
        <pc:spChg chg="mod">
          <ac:chgData name="Hussein, Mustafa" userId="956acf5f-7061-4824-baff-5764afd1a5dc" providerId="ADAL" clId="{2BBCACE1-AA20-498D-877D-BC355C21BF4D}" dt="2026-01-03T15:02:04.166" v="116" actId="1076"/>
          <ac:spMkLst>
            <pc:docMk/>
            <pc:sldMk cId="2433371028" sldId="260"/>
            <ac:spMk id="2" creationId="{90D15FFA-6B50-59A4-BD75-307DB1321369}"/>
          </ac:spMkLst>
        </pc:spChg>
        <pc:spChg chg="mod">
          <ac:chgData name="Hussein, Mustafa" userId="956acf5f-7061-4824-baff-5764afd1a5dc" providerId="ADAL" clId="{2BBCACE1-AA20-498D-877D-BC355C21BF4D}" dt="2026-01-03T15:01:59.108" v="113" actId="1076"/>
          <ac:spMkLst>
            <pc:docMk/>
            <pc:sldMk cId="2433371028" sldId="260"/>
            <ac:spMk id="3" creationId="{7C9B4D6B-CB7B-2905-5128-EDFCFC328529}"/>
          </ac:spMkLst>
        </pc:spChg>
        <pc:picChg chg="del mod">
          <ac:chgData name="Hussein, Mustafa" userId="956acf5f-7061-4824-baff-5764afd1a5dc" providerId="ADAL" clId="{2BBCACE1-AA20-498D-877D-BC355C21BF4D}" dt="2026-01-13T21:22:31.139" v="309" actId="478"/>
          <ac:picMkLst>
            <pc:docMk/>
            <pc:sldMk cId="2433371028" sldId="260"/>
            <ac:picMk id="4" creationId="{1C5243EF-60E1-7662-9BB5-8182CF7963AF}"/>
          </ac:picMkLst>
        </pc:picChg>
      </pc:sldChg>
      <pc:sldChg chg="addSp delSp modSp add mod setBg delAnim">
        <pc:chgData name="Hussein, Mustafa" userId="956acf5f-7061-4824-baff-5764afd1a5dc" providerId="ADAL" clId="{2BBCACE1-AA20-498D-877D-BC355C21BF4D}" dt="2026-01-13T21:22:33.289" v="310" actId="478"/>
        <pc:sldMkLst>
          <pc:docMk/>
          <pc:sldMk cId="753254980" sldId="261"/>
        </pc:sldMkLst>
        <pc:spChg chg="mod">
          <ac:chgData name="Hussein, Mustafa" userId="956acf5f-7061-4824-baff-5764afd1a5dc" providerId="ADAL" clId="{2BBCACE1-AA20-498D-877D-BC355C21BF4D}" dt="2026-01-03T16:28:46.166" v="220" actId="26606"/>
          <ac:spMkLst>
            <pc:docMk/>
            <pc:sldMk cId="753254980" sldId="261"/>
            <ac:spMk id="2" creationId="{70358896-9717-83E6-184A-9618C77F06A3}"/>
          </ac:spMkLst>
        </pc:spChg>
        <pc:spChg chg="mod">
          <ac:chgData name="Hussein, Mustafa" userId="956acf5f-7061-4824-baff-5764afd1a5dc" providerId="ADAL" clId="{2BBCACE1-AA20-498D-877D-BC355C21BF4D}" dt="2026-01-03T16:28:46.166" v="220" actId="26606"/>
          <ac:spMkLst>
            <pc:docMk/>
            <pc:sldMk cId="753254980" sldId="261"/>
            <ac:spMk id="3" creationId="{B0243113-3FA8-26C4-836F-E77E5C44C5DE}"/>
          </ac:spMkLst>
        </pc:spChg>
        <pc:picChg chg="add mod">
          <ac:chgData name="Hussein, Mustafa" userId="956acf5f-7061-4824-baff-5764afd1a5dc" providerId="ADAL" clId="{2BBCACE1-AA20-498D-877D-BC355C21BF4D}" dt="2026-01-03T16:28:46.166" v="220" actId="26606"/>
          <ac:picMkLst>
            <pc:docMk/>
            <pc:sldMk cId="753254980" sldId="261"/>
            <ac:picMk id="9" creationId="{C233B406-1313-59CF-46E8-1FF28C516334}"/>
          </ac:picMkLst>
        </pc:picChg>
        <pc:picChg chg="del mod">
          <ac:chgData name="Hussein, Mustafa" userId="956acf5f-7061-4824-baff-5764afd1a5dc" providerId="ADAL" clId="{2BBCACE1-AA20-498D-877D-BC355C21BF4D}" dt="2026-01-13T21:22:33.289" v="310" actId="478"/>
          <ac:picMkLst>
            <pc:docMk/>
            <pc:sldMk cId="753254980" sldId="261"/>
            <ac:picMk id="10" creationId="{8D3E33FB-2DE0-1BC5-E0F2-BF1AF71E702D}"/>
          </ac:picMkLst>
        </pc:picChg>
      </pc:sldChg>
      <pc:sldChg chg="addSp delSp modSp add mod setBg delAnim">
        <pc:chgData name="Hussein, Mustafa" userId="956acf5f-7061-4824-baff-5764afd1a5dc" providerId="ADAL" clId="{2BBCACE1-AA20-498D-877D-BC355C21BF4D}" dt="2026-01-13T21:22:35.439" v="311" actId="478"/>
        <pc:sldMkLst>
          <pc:docMk/>
          <pc:sldMk cId="3130351004" sldId="262"/>
        </pc:sldMkLst>
        <pc:spChg chg="mod">
          <ac:chgData name="Hussein, Mustafa" userId="956acf5f-7061-4824-baff-5764afd1a5dc" providerId="ADAL" clId="{2BBCACE1-AA20-498D-877D-BC355C21BF4D}" dt="2026-01-03T16:28:31.297" v="219" actId="26606"/>
          <ac:spMkLst>
            <pc:docMk/>
            <pc:sldMk cId="3130351004" sldId="262"/>
            <ac:spMk id="2" creationId="{52476B5C-A17C-661D-643E-353B332066BF}"/>
          </ac:spMkLst>
        </pc:spChg>
        <pc:graphicFrameChg chg="add">
          <ac:chgData name="Hussein, Mustafa" userId="956acf5f-7061-4824-baff-5764afd1a5dc" providerId="ADAL" clId="{2BBCACE1-AA20-498D-877D-BC355C21BF4D}" dt="2026-01-03T16:28:31.297" v="219" actId="26606"/>
          <ac:graphicFrameMkLst>
            <pc:docMk/>
            <pc:sldMk cId="3130351004" sldId="262"/>
            <ac:graphicFrameMk id="5" creationId="{49069F48-6FED-2D16-F84D-F1DA292AC369}"/>
          </ac:graphicFrameMkLst>
        </pc:graphicFrameChg>
        <pc:picChg chg="del mod">
          <ac:chgData name="Hussein, Mustafa" userId="956acf5f-7061-4824-baff-5764afd1a5dc" providerId="ADAL" clId="{2BBCACE1-AA20-498D-877D-BC355C21BF4D}" dt="2026-01-13T21:22:35.439" v="311" actId="478"/>
          <ac:picMkLst>
            <pc:docMk/>
            <pc:sldMk cId="3130351004" sldId="262"/>
            <ac:picMk id="4" creationId="{D3A780D4-C2D0-1008-A3E0-3E8C48F626FA}"/>
          </ac:picMkLst>
        </pc:picChg>
      </pc:sldChg>
      <pc:sldChg chg="addSp delSp modSp add mod setBg delAnim">
        <pc:chgData name="Hussein, Mustafa" userId="956acf5f-7061-4824-baff-5764afd1a5dc" providerId="ADAL" clId="{2BBCACE1-AA20-498D-877D-BC355C21BF4D}" dt="2026-01-13T21:22:37.773" v="312" actId="478"/>
        <pc:sldMkLst>
          <pc:docMk/>
          <pc:sldMk cId="1559598642" sldId="263"/>
        </pc:sldMkLst>
        <pc:spChg chg="mod">
          <ac:chgData name="Hussein, Mustafa" userId="956acf5f-7061-4824-baff-5764afd1a5dc" providerId="ADAL" clId="{2BBCACE1-AA20-498D-877D-BC355C21BF4D}" dt="2026-01-03T16:29:52.850" v="221" actId="26606"/>
          <ac:spMkLst>
            <pc:docMk/>
            <pc:sldMk cId="1559598642" sldId="263"/>
            <ac:spMk id="2" creationId="{A08C4E0C-0736-8DA1-167F-79CEDCF3AF73}"/>
          </ac:spMkLst>
        </pc:spChg>
        <pc:graphicFrameChg chg="add">
          <ac:chgData name="Hussein, Mustafa" userId="956acf5f-7061-4824-baff-5764afd1a5dc" providerId="ADAL" clId="{2BBCACE1-AA20-498D-877D-BC355C21BF4D}" dt="2026-01-03T16:29:52.850" v="221" actId="26606"/>
          <ac:graphicFrameMkLst>
            <pc:docMk/>
            <pc:sldMk cId="1559598642" sldId="263"/>
            <ac:graphicFrameMk id="5" creationId="{94FAAE41-DDA8-E24D-0E00-81E51BA4339B}"/>
          </ac:graphicFrameMkLst>
        </pc:graphicFrameChg>
        <pc:picChg chg="del mod">
          <ac:chgData name="Hussein, Mustafa" userId="956acf5f-7061-4824-baff-5764afd1a5dc" providerId="ADAL" clId="{2BBCACE1-AA20-498D-877D-BC355C21BF4D}" dt="2026-01-13T21:22:37.773" v="312" actId="478"/>
          <ac:picMkLst>
            <pc:docMk/>
            <pc:sldMk cId="1559598642" sldId="263"/>
            <ac:picMk id="4" creationId="{84231B50-C4C2-903F-6383-651CE8E67E5B}"/>
          </ac:picMkLst>
        </pc:picChg>
      </pc:sldChg>
      <pc:sldChg chg="addSp delSp modSp add mod setBg delAnim">
        <pc:chgData name="Hussein, Mustafa" userId="956acf5f-7061-4824-baff-5764afd1a5dc" providerId="ADAL" clId="{2BBCACE1-AA20-498D-877D-BC355C21BF4D}" dt="2026-01-13T21:22:42.906" v="314" actId="478"/>
        <pc:sldMkLst>
          <pc:docMk/>
          <pc:sldMk cId="3848011724" sldId="264"/>
        </pc:sldMkLst>
        <pc:spChg chg="mod">
          <ac:chgData name="Hussein, Mustafa" userId="956acf5f-7061-4824-baff-5764afd1a5dc" providerId="ADAL" clId="{2BBCACE1-AA20-498D-877D-BC355C21BF4D}" dt="2026-01-03T16:36:13.620" v="246" actId="1076"/>
          <ac:spMkLst>
            <pc:docMk/>
            <pc:sldMk cId="3848011724" sldId="264"/>
            <ac:spMk id="2" creationId="{00413BE9-E909-5214-0047-3EEE03B65674}"/>
          </ac:spMkLst>
        </pc:spChg>
        <pc:spChg chg="mod">
          <ac:chgData name="Hussein, Mustafa" userId="956acf5f-7061-4824-baff-5764afd1a5dc" providerId="ADAL" clId="{2BBCACE1-AA20-498D-877D-BC355C21BF4D}" dt="2026-01-03T16:36:08.743" v="245" actId="26606"/>
          <ac:spMkLst>
            <pc:docMk/>
            <pc:sldMk cId="3848011724" sldId="264"/>
            <ac:spMk id="3" creationId="{53589D26-D780-7DF9-9F02-FC43A332D7AB}"/>
          </ac:spMkLst>
        </pc:spChg>
        <pc:picChg chg="del mod">
          <ac:chgData name="Hussein, Mustafa" userId="956acf5f-7061-4824-baff-5764afd1a5dc" providerId="ADAL" clId="{2BBCACE1-AA20-498D-877D-BC355C21BF4D}" dt="2026-01-13T21:22:42.906" v="314" actId="478"/>
          <ac:picMkLst>
            <pc:docMk/>
            <pc:sldMk cId="3848011724" sldId="264"/>
            <ac:picMk id="4" creationId="{73D1B975-F49B-163D-7F8C-D5201C520B59}"/>
          </ac:picMkLst>
        </pc:picChg>
        <pc:picChg chg="add">
          <ac:chgData name="Hussein, Mustafa" userId="956acf5f-7061-4824-baff-5764afd1a5dc" providerId="ADAL" clId="{2BBCACE1-AA20-498D-877D-BC355C21BF4D}" dt="2026-01-03T16:36:08.743" v="245" actId="26606"/>
          <ac:picMkLst>
            <pc:docMk/>
            <pc:sldMk cId="3848011724" sldId="264"/>
            <ac:picMk id="14" creationId="{AC4A2A03-D344-1BE8-02AF-FE33157555E0}"/>
          </ac:picMkLst>
        </pc:picChg>
      </pc:sldChg>
      <pc:sldChg chg="addSp delSp modSp add mod setBg delAnim">
        <pc:chgData name="Hussein, Mustafa" userId="956acf5f-7061-4824-baff-5764afd1a5dc" providerId="ADAL" clId="{2BBCACE1-AA20-498D-877D-BC355C21BF4D}" dt="2026-01-13T21:22:46.023" v="315" actId="478"/>
        <pc:sldMkLst>
          <pc:docMk/>
          <pc:sldMk cId="3258147528" sldId="265"/>
        </pc:sldMkLst>
        <pc:spChg chg="mod">
          <ac:chgData name="Hussein, Mustafa" userId="956acf5f-7061-4824-baff-5764afd1a5dc" providerId="ADAL" clId="{2BBCACE1-AA20-498D-877D-BC355C21BF4D}" dt="2026-01-03T16:30:34.834" v="226" actId="26606"/>
          <ac:spMkLst>
            <pc:docMk/>
            <pc:sldMk cId="3258147528" sldId="265"/>
            <ac:spMk id="2" creationId="{B33F7934-C7D1-9FD9-FED1-54BE74AF2477}"/>
          </ac:spMkLst>
        </pc:spChg>
        <pc:graphicFrameChg chg="add">
          <ac:chgData name="Hussein, Mustafa" userId="956acf5f-7061-4824-baff-5764afd1a5dc" providerId="ADAL" clId="{2BBCACE1-AA20-498D-877D-BC355C21BF4D}" dt="2026-01-03T16:30:34.834" v="226" actId="26606"/>
          <ac:graphicFrameMkLst>
            <pc:docMk/>
            <pc:sldMk cId="3258147528" sldId="265"/>
            <ac:graphicFrameMk id="5" creationId="{306DD0B0-44E1-CBE5-D495-C4241744406D}"/>
          </ac:graphicFrameMkLst>
        </pc:graphicFrameChg>
        <pc:picChg chg="del mod">
          <ac:chgData name="Hussein, Mustafa" userId="956acf5f-7061-4824-baff-5764afd1a5dc" providerId="ADAL" clId="{2BBCACE1-AA20-498D-877D-BC355C21BF4D}" dt="2026-01-13T21:22:46.023" v="315" actId="478"/>
          <ac:picMkLst>
            <pc:docMk/>
            <pc:sldMk cId="3258147528" sldId="265"/>
            <ac:picMk id="4" creationId="{86540271-DACB-79F2-AE6E-EF27EF6D3D3A}"/>
          </ac:picMkLst>
        </pc:picChg>
      </pc:sldChg>
      <pc:sldChg chg="addSp delSp modSp add mod ord setBg delAnim modAnim">
        <pc:chgData name="Hussein, Mustafa" userId="956acf5f-7061-4824-baff-5764afd1a5dc" providerId="ADAL" clId="{2BBCACE1-AA20-498D-877D-BC355C21BF4D}" dt="2026-01-13T21:22:41.139" v="313" actId="478"/>
        <pc:sldMkLst>
          <pc:docMk/>
          <pc:sldMk cId="2887654044" sldId="266"/>
        </pc:sldMkLst>
        <pc:spChg chg="mod">
          <ac:chgData name="Hussein, Mustafa" userId="956acf5f-7061-4824-baff-5764afd1a5dc" providerId="ADAL" clId="{2BBCACE1-AA20-498D-877D-BC355C21BF4D}" dt="2026-01-03T16:30:15.245" v="224" actId="26606"/>
          <ac:spMkLst>
            <pc:docMk/>
            <pc:sldMk cId="2887654044" sldId="266"/>
            <ac:spMk id="2" creationId="{860AF383-6E53-786F-3AE8-3E00876292DD}"/>
          </ac:spMkLst>
        </pc:spChg>
        <pc:spChg chg="add">
          <ac:chgData name="Hussein, Mustafa" userId="956acf5f-7061-4824-baff-5764afd1a5dc" providerId="ADAL" clId="{2BBCACE1-AA20-498D-877D-BC355C21BF4D}" dt="2026-01-03T16:30:15.245" v="224" actId="26606"/>
          <ac:spMkLst>
            <pc:docMk/>
            <pc:sldMk cId="2887654044" sldId="266"/>
            <ac:spMk id="9" creationId="{EFA2AC96-1E47-421C-A03F-F98E354EB4E6}"/>
          </ac:spMkLst>
        </pc:spChg>
        <pc:graphicFrameChg chg="add">
          <ac:chgData name="Hussein, Mustafa" userId="956acf5f-7061-4824-baff-5764afd1a5dc" providerId="ADAL" clId="{2BBCACE1-AA20-498D-877D-BC355C21BF4D}" dt="2026-01-03T16:30:15.245" v="224" actId="26606"/>
          <ac:graphicFrameMkLst>
            <pc:docMk/>
            <pc:sldMk cId="2887654044" sldId="266"/>
            <ac:graphicFrameMk id="7" creationId="{8E3B1BD7-B5AB-7FD2-564C-50B4FCFF786F}"/>
          </ac:graphicFrameMkLst>
        </pc:graphicFrameChg>
        <pc:picChg chg="add del mod">
          <ac:chgData name="Hussein, Mustafa" userId="956acf5f-7061-4824-baff-5764afd1a5dc" providerId="ADAL" clId="{2BBCACE1-AA20-498D-877D-BC355C21BF4D}" dt="2026-01-13T21:22:41.139" v="313" actId="478"/>
          <ac:picMkLst>
            <pc:docMk/>
            <pc:sldMk cId="2887654044" sldId="266"/>
            <ac:picMk id="6" creationId="{8BD19D23-C808-D5E0-D4EE-A0589987D709}"/>
          </ac:picMkLst>
        </pc:picChg>
      </pc:sldChg>
      <pc:sldChg chg="addSp delSp modSp add mod setBg delAnim">
        <pc:chgData name="Hussein, Mustafa" userId="956acf5f-7061-4824-baff-5764afd1a5dc" providerId="ADAL" clId="{2BBCACE1-AA20-498D-877D-BC355C21BF4D}" dt="2026-01-13T21:22:48.607" v="316" actId="478"/>
        <pc:sldMkLst>
          <pc:docMk/>
          <pc:sldMk cId="613404113" sldId="267"/>
        </pc:sldMkLst>
        <pc:spChg chg="mod">
          <ac:chgData name="Hussein, Mustafa" userId="956acf5f-7061-4824-baff-5764afd1a5dc" providerId="ADAL" clId="{2BBCACE1-AA20-498D-877D-BC355C21BF4D}" dt="2026-01-03T16:30:42.019" v="227" actId="26606"/>
          <ac:spMkLst>
            <pc:docMk/>
            <pc:sldMk cId="613404113" sldId="267"/>
            <ac:spMk id="2" creationId="{C71B639A-7EAD-0700-F040-543D4A45D81D}"/>
          </ac:spMkLst>
        </pc:spChg>
        <pc:graphicFrameChg chg="add">
          <ac:chgData name="Hussein, Mustafa" userId="956acf5f-7061-4824-baff-5764afd1a5dc" providerId="ADAL" clId="{2BBCACE1-AA20-498D-877D-BC355C21BF4D}" dt="2026-01-03T16:30:42.019" v="227" actId="26606"/>
          <ac:graphicFrameMkLst>
            <pc:docMk/>
            <pc:sldMk cId="613404113" sldId="267"/>
            <ac:graphicFrameMk id="5" creationId="{D7FA9C52-4085-255B-1871-0118A7017C03}"/>
          </ac:graphicFrameMkLst>
        </pc:graphicFrameChg>
        <pc:picChg chg="del mod">
          <ac:chgData name="Hussein, Mustafa" userId="956acf5f-7061-4824-baff-5764afd1a5dc" providerId="ADAL" clId="{2BBCACE1-AA20-498D-877D-BC355C21BF4D}" dt="2026-01-13T21:22:48.607" v="316" actId="478"/>
          <ac:picMkLst>
            <pc:docMk/>
            <pc:sldMk cId="613404113" sldId="267"/>
            <ac:picMk id="4" creationId="{54F9F7A2-EDB9-A28D-13BD-33172DB08C6D}"/>
          </ac:picMkLst>
        </pc:picChg>
      </pc:sldChg>
      <pc:sldChg chg="addSp delSp modSp new mod setBg delAnim">
        <pc:chgData name="Hussein, Mustafa" userId="956acf5f-7061-4824-baff-5764afd1a5dc" providerId="ADAL" clId="{2BBCACE1-AA20-498D-877D-BC355C21BF4D}" dt="2026-01-13T21:22:50.424" v="317" actId="478"/>
        <pc:sldMkLst>
          <pc:docMk/>
          <pc:sldMk cId="137726596" sldId="268"/>
        </pc:sldMkLst>
        <pc:spChg chg="mod">
          <ac:chgData name="Hussein, Mustafa" userId="956acf5f-7061-4824-baff-5764afd1a5dc" providerId="ADAL" clId="{2BBCACE1-AA20-498D-877D-BC355C21BF4D}" dt="2026-01-03T16:31:33.651" v="229" actId="14100"/>
          <ac:spMkLst>
            <pc:docMk/>
            <pc:sldMk cId="137726596" sldId="268"/>
            <ac:spMk id="2" creationId="{1E1C901F-EE2C-A5D8-B75C-4D90540248A0}"/>
          </ac:spMkLst>
        </pc:spChg>
        <pc:graphicFrameChg chg="add">
          <ac:chgData name="Hussein, Mustafa" userId="956acf5f-7061-4824-baff-5764afd1a5dc" providerId="ADAL" clId="{2BBCACE1-AA20-498D-877D-BC355C21BF4D}" dt="2026-01-03T16:31:28.401" v="228" actId="26606"/>
          <ac:graphicFrameMkLst>
            <pc:docMk/>
            <pc:sldMk cId="137726596" sldId="268"/>
            <ac:graphicFrameMk id="5" creationId="{6542139E-6E3C-5A53-3721-C7E2B3D87CEE}"/>
          </ac:graphicFrameMkLst>
        </pc:graphicFrameChg>
        <pc:picChg chg="del mod">
          <ac:chgData name="Hussein, Mustafa" userId="956acf5f-7061-4824-baff-5764afd1a5dc" providerId="ADAL" clId="{2BBCACE1-AA20-498D-877D-BC355C21BF4D}" dt="2026-01-13T21:22:50.424" v="317" actId="478"/>
          <ac:picMkLst>
            <pc:docMk/>
            <pc:sldMk cId="137726596" sldId="268"/>
            <ac:picMk id="4" creationId="{771AB34F-09D5-D096-8D99-A0EC3C06C328}"/>
          </ac:picMkLst>
        </pc:picChg>
      </pc:sldChg>
      <pc:sldChg chg="addSp delSp modSp new mod setBg delAnim">
        <pc:chgData name="Hussein, Mustafa" userId="956acf5f-7061-4824-baff-5764afd1a5dc" providerId="ADAL" clId="{2BBCACE1-AA20-498D-877D-BC355C21BF4D}" dt="2026-01-13T21:22:52.791" v="318" actId="478"/>
        <pc:sldMkLst>
          <pc:docMk/>
          <pc:sldMk cId="2359387395" sldId="269"/>
        </pc:sldMkLst>
        <pc:spChg chg="mod">
          <ac:chgData name="Hussein, Mustafa" userId="956acf5f-7061-4824-baff-5764afd1a5dc" providerId="ADAL" clId="{2BBCACE1-AA20-498D-877D-BC355C21BF4D}" dt="2026-01-03T16:31:53.913" v="230" actId="26606"/>
          <ac:spMkLst>
            <pc:docMk/>
            <pc:sldMk cId="2359387395" sldId="269"/>
            <ac:spMk id="2" creationId="{06E762B9-8379-8862-789D-50B08EEFB79F}"/>
          </ac:spMkLst>
        </pc:spChg>
        <pc:graphicFrameChg chg="add">
          <ac:chgData name="Hussein, Mustafa" userId="956acf5f-7061-4824-baff-5764afd1a5dc" providerId="ADAL" clId="{2BBCACE1-AA20-498D-877D-BC355C21BF4D}" dt="2026-01-03T16:31:53.913" v="230" actId="26606"/>
          <ac:graphicFrameMkLst>
            <pc:docMk/>
            <pc:sldMk cId="2359387395" sldId="269"/>
            <ac:graphicFrameMk id="5" creationId="{BA9084B3-930C-95BC-6385-39676F21A338}"/>
          </ac:graphicFrameMkLst>
        </pc:graphicFrameChg>
        <pc:picChg chg="del mod">
          <ac:chgData name="Hussein, Mustafa" userId="956acf5f-7061-4824-baff-5764afd1a5dc" providerId="ADAL" clId="{2BBCACE1-AA20-498D-877D-BC355C21BF4D}" dt="2026-01-13T21:22:52.791" v="318" actId="478"/>
          <ac:picMkLst>
            <pc:docMk/>
            <pc:sldMk cId="2359387395" sldId="269"/>
            <ac:picMk id="4" creationId="{C0B4E7D0-B0F1-810E-F0C9-693452081E3F}"/>
          </ac:picMkLst>
        </pc:picChg>
      </pc:sldChg>
      <pc:sldChg chg="addSp delSp modSp new mod setBg delAnim">
        <pc:chgData name="Hussein, Mustafa" userId="956acf5f-7061-4824-baff-5764afd1a5dc" providerId="ADAL" clId="{2BBCACE1-AA20-498D-877D-BC355C21BF4D}" dt="2026-01-13T21:22:54.533" v="319" actId="478"/>
        <pc:sldMkLst>
          <pc:docMk/>
          <pc:sldMk cId="2888883031" sldId="270"/>
        </pc:sldMkLst>
        <pc:spChg chg="mod">
          <ac:chgData name="Hussein, Mustafa" userId="956acf5f-7061-4824-baff-5764afd1a5dc" providerId="ADAL" clId="{2BBCACE1-AA20-498D-877D-BC355C21BF4D}" dt="2026-01-03T16:32:22.464" v="231" actId="26606"/>
          <ac:spMkLst>
            <pc:docMk/>
            <pc:sldMk cId="2888883031" sldId="270"/>
            <ac:spMk id="2" creationId="{156AE0CF-24C0-DF76-B2D1-4B7648BAB637}"/>
          </ac:spMkLst>
        </pc:spChg>
        <pc:graphicFrameChg chg="add">
          <ac:chgData name="Hussein, Mustafa" userId="956acf5f-7061-4824-baff-5764afd1a5dc" providerId="ADAL" clId="{2BBCACE1-AA20-498D-877D-BC355C21BF4D}" dt="2026-01-03T16:32:22.464" v="231" actId="26606"/>
          <ac:graphicFrameMkLst>
            <pc:docMk/>
            <pc:sldMk cId="2888883031" sldId="270"/>
            <ac:graphicFrameMk id="5" creationId="{8E803C90-9FA6-9F61-4502-F435E3D35887}"/>
          </ac:graphicFrameMkLst>
        </pc:graphicFrameChg>
        <pc:picChg chg="del mod">
          <ac:chgData name="Hussein, Mustafa" userId="956acf5f-7061-4824-baff-5764afd1a5dc" providerId="ADAL" clId="{2BBCACE1-AA20-498D-877D-BC355C21BF4D}" dt="2026-01-13T21:22:54.533" v="319" actId="478"/>
          <ac:picMkLst>
            <pc:docMk/>
            <pc:sldMk cId="2888883031" sldId="270"/>
            <ac:picMk id="4" creationId="{0BEF606C-A832-164C-6DD4-3A5F41AA4A2F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4" Type="http://schemas.openxmlformats.org/officeDocument/2006/relationships/image" Target="../media/image27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41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10.png"/><Relationship Id="rId7" Type="http://schemas.openxmlformats.org/officeDocument/2006/relationships/image" Target="../media/image46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11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10" Type="http://schemas.openxmlformats.org/officeDocument/2006/relationships/image" Target="../media/image57.svg"/><Relationship Id="rId4" Type="http://schemas.openxmlformats.org/officeDocument/2006/relationships/image" Target="../media/image51.svg"/><Relationship Id="rId9" Type="http://schemas.openxmlformats.org/officeDocument/2006/relationships/image" Target="../media/image56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4" Type="http://schemas.openxmlformats.org/officeDocument/2006/relationships/image" Target="../media/image27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svg"/><Relationship Id="rId1" Type="http://schemas.openxmlformats.org/officeDocument/2006/relationships/image" Target="../media/image30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41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10.png"/><Relationship Id="rId7" Type="http://schemas.openxmlformats.org/officeDocument/2006/relationships/image" Target="../media/image46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11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svg"/><Relationship Id="rId1" Type="http://schemas.openxmlformats.org/officeDocument/2006/relationships/image" Target="../media/image48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10" Type="http://schemas.openxmlformats.org/officeDocument/2006/relationships/image" Target="../media/image57.svg"/><Relationship Id="rId4" Type="http://schemas.openxmlformats.org/officeDocument/2006/relationships/image" Target="../media/image51.svg"/><Relationship Id="rId9" Type="http://schemas.openxmlformats.org/officeDocument/2006/relationships/image" Target="../media/image5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06487D-AA60-4DA7-9EAB-877451D4622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DE8B226-87A1-4436-9FC8-8C309870A613}">
      <dgm:prSet/>
      <dgm:spPr/>
      <dgm:t>
        <a:bodyPr/>
        <a:lstStyle/>
        <a:p>
          <a:r>
            <a:rPr lang="en-GB"/>
            <a:t>Review literature</a:t>
          </a:r>
          <a:endParaRPr lang="en-US"/>
        </a:p>
      </dgm:t>
    </dgm:pt>
    <dgm:pt modelId="{AB9C3070-BE72-40E3-A02C-B882D93DB83D}" type="parTrans" cxnId="{0EFE60DB-5A78-4B5E-9F06-03672C24FC14}">
      <dgm:prSet/>
      <dgm:spPr/>
      <dgm:t>
        <a:bodyPr/>
        <a:lstStyle/>
        <a:p>
          <a:endParaRPr lang="en-US"/>
        </a:p>
      </dgm:t>
    </dgm:pt>
    <dgm:pt modelId="{DD765F5E-5B61-4632-9A3C-31DB406E0259}" type="sibTrans" cxnId="{0EFE60DB-5A78-4B5E-9F06-03672C24FC14}">
      <dgm:prSet/>
      <dgm:spPr/>
      <dgm:t>
        <a:bodyPr/>
        <a:lstStyle/>
        <a:p>
          <a:endParaRPr lang="en-US"/>
        </a:p>
      </dgm:t>
    </dgm:pt>
    <dgm:pt modelId="{292B78CD-B942-4718-B49D-6C9AD4584511}">
      <dgm:prSet/>
      <dgm:spPr/>
      <dgm:t>
        <a:bodyPr/>
        <a:lstStyle/>
        <a:p>
          <a:r>
            <a:rPr lang="en-GB"/>
            <a:t>Examine security outcomes</a:t>
          </a:r>
          <a:endParaRPr lang="en-US"/>
        </a:p>
      </dgm:t>
    </dgm:pt>
    <dgm:pt modelId="{B026FB99-28C3-49F5-ACEE-E773E01D4044}" type="parTrans" cxnId="{A52B6A72-2F9A-42D2-A072-7BFE5761E579}">
      <dgm:prSet/>
      <dgm:spPr/>
      <dgm:t>
        <a:bodyPr/>
        <a:lstStyle/>
        <a:p>
          <a:endParaRPr lang="en-US"/>
        </a:p>
      </dgm:t>
    </dgm:pt>
    <dgm:pt modelId="{244B5D64-8C48-4153-BBC4-C7B4B1760D98}" type="sibTrans" cxnId="{A52B6A72-2F9A-42D2-A072-7BFE5761E579}">
      <dgm:prSet/>
      <dgm:spPr/>
      <dgm:t>
        <a:bodyPr/>
        <a:lstStyle/>
        <a:p>
          <a:endParaRPr lang="en-US"/>
        </a:p>
      </dgm:t>
    </dgm:pt>
    <dgm:pt modelId="{942F0DEB-9281-4A13-A144-65FA46BD68FD}">
      <dgm:prSet/>
      <dgm:spPr/>
      <dgm:t>
        <a:bodyPr/>
        <a:lstStyle/>
        <a:p>
          <a:r>
            <a:rPr lang="en-GB"/>
            <a:t>Analyse operational efficiency</a:t>
          </a:r>
          <a:endParaRPr lang="en-US"/>
        </a:p>
      </dgm:t>
    </dgm:pt>
    <dgm:pt modelId="{944D3BFC-2251-4FAE-91BB-3F3FACFDB0D3}" type="parTrans" cxnId="{37815ACC-D6A8-431F-808F-DA0BF26ECFE7}">
      <dgm:prSet/>
      <dgm:spPr/>
      <dgm:t>
        <a:bodyPr/>
        <a:lstStyle/>
        <a:p>
          <a:endParaRPr lang="en-US"/>
        </a:p>
      </dgm:t>
    </dgm:pt>
    <dgm:pt modelId="{E1C3C984-7430-4F12-8286-CE7EFE013937}" type="sibTrans" cxnId="{37815ACC-D6A8-431F-808F-DA0BF26ECFE7}">
      <dgm:prSet/>
      <dgm:spPr/>
      <dgm:t>
        <a:bodyPr/>
        <a:lstStyle/>
        <a:p>
          <a:endParaRPr lang="en-US"/>
        </a:p>
      </dgm:t>
    </dgm:pt>
    <dgm:pt modelId="{D7F6BA0F-0D06-454B-8AFA-A9A87738A99C}">
      <dgm:prSet/>
      <dgm:spPr/>
      <dgm:t>
        <a:bodyPr/>
        <a:lstStyle/>
        <a:p>
          <a:r>
            <a:rPr lang="en-GB"/>
            <a:t>Identify challenges</a:t>
          </a:r>
          <a:endParaRPr lang="en-US"/>
        </a:p>
      </dgm:t>
    </dgm:pt>
    <dgm:pt modelId="{01151865-B0B5-4887-9880-0A6006E44876}" type="parTrans" cxnId="{E4825EF7-F99C-4CD4-BAFC-527B812FD52F}">
      <dgm:prSet/>
      <dgm:spPr/>
      <dgm:t>
        <a:bodyPr/>
        <a:lstStyle/>
        <a:p>
          <a:endParaRPr lang="en-US"/>
        </a:p>
      </dgm:t>
    </dgm:pt>
    <dgm:pt modelId="{F7F01824-8ED2-40F2-B16C-AC23BE75B93E}" type="sibTrans" cxnId="{E4825EF7-F99C-4CD4-BAFC-527B812FD52F}">
      <dgm:prSet/>
      <dgm:spPr/>
      <dgm:t>
        <a:bodyPr/>
        <a:lstStyle/>
        <a:p>
          <a:endParaRPr lang="en-US"/>
        </a:p>
      </dgm:t>
    </dgm:pt>
    <dgm:pt modelId="{335F9EE9-C9DD-4B4B-A84C-F83BD6840E71}" type="pres">
      <dgm:prSet presAssocID="{2506487D-AA60-4DA7-9EAB-877451D46222}" presName="root" presStyleCnt="0">
        <dgm:presLayoutVars>
          <dgm:dir/>
          <dgm:resizeHandles val="exact"/>
        </dgm:presLayoutVars>
      </dgm:prSet>
      <dgm:spPr/>
    </dgm:pt>
    <dgm:pt modelId="{A0567B85-CB45-4137-9BC9-798AB45B5392}" type="pres">
      <dgm:prSet presAssocID="{5DE8B226-87A1-4436-9FC8-8C309870A613}" presName="compNode" presStyleCnt="0"/>
      <dgm:spPr/>
    </dgm:pt>
    <dgm:pt modelId="{FDB3A8CB-D45C-4F12-AAD2-FB59DEFF1D30}" type="pres">
      <dgm:prSet presAssocID="{5DE8B226-87A1-4436-9FC8-8C309870A613}" presName="bgRect" presStyleLbl="bgShp" presStyleIdx="0" presStyleCnt="4"/>
      <dgm:spPr/>
    </dgm:pt>
    <dgm:pt modelId="{75934902-C186-4B28-8206-0DACA3547E18}" type="pres">
      <dgm:prSet presAssocID="{5DE8B226-87A1-4436-9FC8-8C309870A61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4D1A1223-C305-44C8-9529-D4FD1AC88618}" type="pres">
      <dgm:prSet presAssocID="{5DE8B226-87A1-4436-9FC8-8C309870A613}" presName="spaceRect" presStyleCnt="0"/>
      <dgm:spPr/>
    </dgm:pt>
    <dgm:pt modelId="{93EEA399-DF84-4F3B-8372-1FAAB47623B8}" type="pres">
      <dgm:prSet presAssocID="{5DE8B226-87A1-4436-9FC8-8C309870A613}" presName="parTx" presStyleLbl="revTx" presStyleIdx="0" presStyleCnt="4">
        <dgm:presLayoutVars>
          <dgm:chMax val="0"/>
          <dgm:chPref val="0"/>
        </dgm:presLayoutVars>
      </dgm:prSet>
      <dgm:spPr/>
    </dgm:pt>
    <dgm:pt modelId="{928AE321-1239-48F9-A5D4-7AA7F55AAE72}" type="pres">
      <dgm:prSet presAssocID="{DD765F5E-5B61-4632-9A3C-31DB406E0259}" presName="sibTrans" presStyleCnt="0"/>
      <dgm:spPr/>
    </dgm:pt>
    <dgm:pt modelId="{4AF39241-2BC1-4360-9B74-5FF603A20B48}" type="pres">
      <dgm:prSet presAssocID="{292B78CD-B942-4718-B49D-6C9AD4584511}" presName="compNode" presStyleCnt="0"/>
      <dgm:spPr/>
    </dgm:pt>
    <dgm:pt modelId="{25234540-8D62-4A21-8A0B-5723A33E2889}" type="pres">
      <dgm:prSet presAssocID="{292B78CD-B942-4718-B49D-6C9AD4584511}" presName="bgRect" presStyleLbl="bgShp" presStyleIdx="1" presStyleCnt="4"/>
      <dgm:spPr/>
    </dgm:pt>
    <dgm:pt modelId="{DBC88669-4F52-44FC-A906-01A8DAB58B90}" type="pres">
      <dgm:prSet presAssocID="{292B78CD-B942-4718-B49D-6C9AD458451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FBC70372-E562-4FA8-877F-5B767501A4A6}" type="pres">
      <dgm:prSet presAssocID="{292B78CD-B942-4718-B49D-6C9AD4584511}" presName="spaceRect" presStyleCnt="0"/>
      <dgm:spPr/>
    </dgm:pt>
    <dgm:pt modelId="{D8193026-F7BA-4E55-9566-49B294B62F1E}" type="pres">
      <dgm:prSet presAssocID="{292B78CD-B942-4718-B49D-6C9AD4584511}" presName="parTx" presStyleLbl="revTx" presStyleIdx="1" presStyleCnt="4">
        <dgm:presLayoutVars>
          <dgm:chMax val="0"/>
          <dgm:chPref val="0"/>
        </dgm:presLayoutVars>
      </dgm:prSet>
      <dgm:spPr/>
    </dgm:pt>
    <dgm:pt modelId="{A4BA4942-31E2-4ACD-AB73-F82131EBB132}" type="pres">
      <dgm:prSet presAssocID="{244B5D64-8C48-4153-BBC4-C7B4B1760D98}" presName="sibTrans" presStyleCnt="0"/>
      <dgm:spPr/>
    </dgm:pt>
    <dgm:pt modelId="{28E3C4CC-9AFD-4028-9E4D-BDD2E831717E}" type="pres">
      <dgm:prSet presAssocID="{942F0DEB-9281-4A13-A144-65FA46BD68FD}" presName="compNode" presStyleCnt="0"/>
      <dgm:spPr/>
    </dgm:pt>
    <dgm:pt modelId="{C0EA6B02-65C7-4E20-9A16-E903CD10D530}" type="pres">
      <dgm:prSet presAssocID="{942F0DEB-9281-4A13-A144-65FA46BD68FD}" presName="bgRect" presStyleLbl="bgShp" presStyleIdx="2" presStyleCnt="4"/>
      <dgm:spPr/>
    </dgm:pt>
    <dgm:pt modelId="{ECAFB9F3-8C3E-410A-B5F6-F625112E265A}" type="pres">
      <dgm:prSet presAssocID="{942F0DEB-9281-4A13-A144-65FA46BD68F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DB09BFFC-8944-45C7-B243-3A4AD4314526}" type="pres">
      <dgm:prSet presAssocID="{942F0DEB-9281-4A13-A144-65FA46BD68FD}" presName="spaceRect" presStyleCnt="0"/>
      <dgm:spPr/>
    </dgm:pt>
    <dgm:pt modelId="{A57220D1-2606-4CE3-B585-71609D1AF010}" type="pres">
      <dgm:prSet presAssocID="{942F0DEB-9281-4A13-A144-65FA46BD68FD}" presName="parTx" presStyleLbl="revTx" presStyleIdx="2" presStyleCnt="4">
        <dgm:presLayoutVars>
          <dgm:chMax val="0"/>
          <dgm:chPref val="0"/>
        </dgm:presLayoutVars>
      </dgm:prSet>
      <dgm:spPr/>
    </dgm:pt>
    <dgm:pt modelId="{1721E038-34A2-4DF6-A921-D809E979387D}" type="pres">
      <dgm:prSet presAssocID="{E1C3C984-7430-4F12-8286-CE7EFE013937}" presName="sibTrans" presStyleCnt="0"/>
      <dgm:spPr/>
    </dgm:pt>
    <dgm:pt modelId="{35921E4E-4732-4692-B35C-3D02F4B43BCF}" type="pres">
      <dgm:prSet presAssocID="{D7F6BA0F-0D06-454B-8AFA-A9A87738A99C}" presName="compNode" presStyleCnt="0"/>
      <dgm:spPr/>
    </dgm:pt>
    <dgm:pt modelId="{F0075763-1903-4511-8A18-78CF4A88DA2A}" type="pres">
      <dgm:prSet presAssocID="{D7F6BA0F-0D06-454B-8AFA-A9A87738A99C}" presName="bgRect" presStyleLbl="bgShp" presStyleIdx="3" presStyleCnt="4"/>
      <dgm:spPr/>
    </dgm:pt>
    <dgm:pt modelId="{6E3AE952-6784-4A0D-9285-8B35BC4CB660}" type="pres">
      <dgm:prSet presAssocID="{D7F6BA0F-0D06-454B-8AFA-A9A87738A99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A3C30085-2B7C-4F85-8F45-2B57812B05C0}" type="pres">
      <dgm:prSet presAssocID="{D7F6BA0F-0D06-454B-8AFA-A9A87738A99C}" presName="spaceRect" presStyleCnt="0"/>
      <dgm:spPr/>
    </dgm:pt>
    <dgm:pt modelId="{55B3C63E-0B0C-441B-B4F4-CD95C4D186F2}" type="pres">
      <dgm:prSet presAssocID="{D7F6BA0F-0D06-454B-8AFA-A9A87738A99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8FD8901-F2DF-4B7E-A285-57F4440964AA}" type="presOf" srcId="{D7F6BA0F-0D06-454B-8AFA-A9A87738A99C}" destId="{55B3C63E-0B0C-441B-B4F4-CD95C4D186F2}" srcOrd="0" destOrd="0" presId="urn:microsoft.com/office/officeart/2018/2/layout/IconVerticalSolidList"/>
    <dgm:cxn modelId="{B3956708-9B00-4102-94D7-55287B2FC4F5}" type="presOf" srcId="{2506487D-AA60-4DA7-9EAB-877451D46222}" destId="{335F9EE9-C9DD-4B4B-A84C-F83BD6840E71}" srcOrd="0" destOrd="0" presId="urn:microsoft.com/office/officeart/2018/2/layout/IconVerticalSolidList"/>
    <dgm:cxn modelId="{D7A9B80C-0EE8-49DB-9D3F-3B0AC11AB7B4}" type="presOf" srcId="{942F0DEB-9281-4A13-A144-65FA46BD68FD}" destId="{A57220D1-2606-4CE3-B585-71609D1AF010}" srcOrd="0" destOrd="0" presId="urn:microsoft.com/office/officeart/2018/2/layout/IconVerticalSolidList"/>
    <dgm:cxn modelId="{A52B6A72-2F9A-42D2-A072-7BFE5761E579}" srcId="{2506487D-AA60-4DA7-9EAB-877451D46222}" destId="{292B78CD-B942-4718-B49D-6C9AD4584511}" srcOrd="1" destOrd="0" parTransId="{B026FB99-28C3-49F5-ACEE-E773E01D4044}" sibTransId="{244B5D64-8C48-4153-BBC4-C7B4B1760D98}"/>
    <dgm:cxn modelId="{B3400F84-4D2C-4F36-9F9D-7B8FB221679A}" type="presOf" srcId="{292B78CD-B942-4718-B49D-6C9AD4584511}" destId="{D8193026-F7BA-4E55-9566-49B294B62F1E}" srcOrd="0" destOrd="0" presId="urn:microsoft.com/office/officeart/2018/2/layout/IconVerticalSolidList"/>
    <dgm:cxn modelId="{37815ACC-D6A8-431F-808F-DA0BF26ECFE7}" srcId="{2506487D-AA60-4DA7-9EAB-877451D46222}" destId="{942F0DEB-9281-4A13-A144-65FA46BD68FD}" srcOrd="2" destOrd="0" parTransId="{944D3BFC-2251-4FAE-91BB-3F3FACFDB0D3}" sibTransId="{E1C3C984-7430-4F12-8286-CE7EFE013937}"/>
    <dgm:cxn modelId="{D9B597CD-196D-401C-97AF-B4F2C044DD9F}" type="presOf" srcId="{5DE8B226-87A1-4436-9FC8-8C309870A613}" destId="{93EEA399-DF84-4F3B-8372-1FAAB47623B8}" srcOrd="0" destOrd="0" presId="urn:microsoft.com/office/officeart/2018/2/layout/IconVerticalSolidList"/>
    <dgm:cxn modelId="{0EFE60DB-5A78-4B5E-9F06-03672C24FC14}" srcId="{2506487D-AA60-4DA7-9EAB-877451D46222}" destId="{5DE8B226-87A1-4436-9FC8-8C309870A613}" srcOrd="0" destOrd="0" parTransId="{AB9C3070-BE72-40E3-A02C-B882D93DB83D}" sibTransId="{DD765F5E-5B61-4632-9A3C-31DB406E0259}"/>
    <dgm:cxn modelId="{E4825EF7-F99C-4CD4-BAFC-527B812FD52F}" srcId="{2506487D-AA60-4DA7-9EAB-877451D46222}" destId="{D7F6BA0F-0D06-454B-8AFA-A9A87738A99C}" srcOrd="3" destOrd="0" parTransId="{01151865-B0B5-4887-9880-0A6006E44876}" sibTransId="{F7F01824-8ED2-40F2-B16C-AC23BE75B93E}"/>
    <dgm:cxn modelId="{2AD7D337-6DA7-4982-B3B2-B1F711A846E1}" type="presParOf" srcId="{335F9EE9-C9DD-4B4B-A84C-F83BD6840E71}" destId="{A0567B85-CB45-4137-9BC9-798AB45B5392}" srcOrd="0" destOrd="0" presId="urn:microsoft.com/office/officeart/2018/2/layout/IconVerticalSolidList"/>
    <dgm:cxn modelId="{DB2588CD-6630-4A17-B774-093F74BB2EB0}" type="presParOf" srcId="{A0567B85-CB45-4137-9BC9-798AB45B5392}" destId="{FDB3A8CB-D45C-4F12-AAD2-FB59DEFF1D30}" srcOrd="0" destOrd="0" presId="urn:microsoft.com/office/officeart/2018/2/layout/IconVerticalSolidList"/>
    <dgm:cxn modelId="{7F2F8FD9-E849-4A76-9592-BDEF4579EB9B}" type="presParOf" srcId="{A0567B85-CB45-4137-9BC9-798AB45B5392}" destId="{75934902-C186-4B28-8206-0DACA3547E18}" srcOrd="1" destOrd="0" presId="urn:microsoft.com/office/officeart/2018/2/layout/IconVerticalSolidList"/>
    <dgm:cxn modelId="{656EFE87-1780-4F79-93AD-D8192FFF5914}" type="presParOf" srcId="{A0567B85-CB45-4137-9BC9-798AB45B5392}" destId="{4D1A1223-C305-44C8-9529-D4FD1AC88618}" srcOrd="2" destOrd="0" presId="urn:microsoft.com/office/officeart/2018/2/layout/IconVerticalSolidList"/>
    <dgm:cxn modelId="{5A7EFBB7-F9CA-477F-B55C-92CB2D02CFA2}" type="presParOf" srcId="{A0567B85-CB45-4137-9BC9-798AB45B5392}" destId="{93EEA399-DF84-4F3B-8372-1FAAB47623B8}" srcOrd="3" destOrd="0" presId="urn:microsoft.com/office/officeart/2018/2/layout/IconVerticalSolidList"/>
    <dgm:cxn modelId="{9C019E73-D17B-46EB-8D0E-B4C3DF9B0701}" type="presParOf" srcId="{335F9EE9-C9DD-4B4B-A84C-F83BD6840E71}" destId="{928AE321-1239-48F9-A5D4-7AA7F55AAE72}" srcOrd="1" destOrd="0" presId="urn:microsoft.com/office/officeart/2018/2/layout/IconVerticalSolidList"/>
    <dgm:cxn modelId="{BC6ABEE0-FB94-4AA3-B65F-3F25A589E5A0}" type="presParOf" srcId="{335F9EE9-C9DD-4B4B-A84C-F83BD6840E71}" destId="{4AF39241-2BC1-4360-9B74-5FF603A20B48}" srcOrd="2" destOrd="0" presId="urn:microsoft.com/office/officeart/2018/2/layout/IconVerticalSolidList"/>
    <dgm:cxn modelId="{9D02880C-E693-40AC-8790-F8527970DB63}" type="presParOf" srcId="{4AF39241-2BC1-4360-9B74-5FF603A20B48}" destId="{25234540-8D62-4A21-8A0B-5723A33E2889}" srcOrd="0" destOrd="0" presId="urn:microsoft.com/office/officeart/2018/2/layout/IconVerticalSolidList"/>
    <dgm:cxn modelId="{0AE0B4A5-3D4C-479C-99E0-77E94335D0C9}" type="presParOf" srcId="{4AF39241-2BC1-4360-9B74-5FF603A20B48}" destId="{DBC88669-4F52-44FC-A906-01A8DAB58B90}" srcOrd="1" destOrd="0" presId="urn:microsoft.com/office/officeart/2018/2/layout/IconVerticalSolidList"/>
    <dgm:cxn modelId="{B1AB4DFA-CA46-4948-A941-69733174AB53}" type="presParOf" srcId="{4AF39241-2BC1-4360-9B74-5FF603A20B48}" destId="{FBC70372-E562-4FA8-877F-5B767501A4A6}" srcOrd="2" destOrd="0" presId="urn:microsoft.com/office/officeart/2018/2/layout/IconVerticalSolidList"/>
    <dgm:cxn modelId="{5B4C91DA-3F71-4B65-9D5E-ACD4025CDC31}" type="presParOf" srcId="{4AF39241-2BC1-4360-9B74-5FF603A20B48}" destId="{D8193026-F7BA-4E55-9566-49B294B62F1E}" srcOrd="3" destOrd="0" presId="urn:microsoft.com/office/officeart/2018/2/layout/IconVerticalSolidList"/>
    <dgm:cxn modelId="{4AB55B3D-F237-4A73-A3D4-03125DF8C98C}" type="presParOf" srcId="{335F9EE9-C9DD-4B4B-A84C-F83BD6840E71}" destId="{A4BA4942-31E2-4ACD-AB73-F82131EBB132}" srcOrd="3" destOrd="0" presId="urn:microsoft.com/office/officeart/2018/2/layout/IconVerticalSolidList"/>
    <dgm:cxn modelId="{F62BB5DD-EAFB-4DCD-95CE-5DF86557CF0A}" type="presParOf" srcId="{335F9EE9-C9DD-4B4B-A84C-F83BD6840E71}" destId="{28E3C4CC-9AFD-4028-9E4D-BDD2E831717E}" srcOrd="4" destOrd="0" presId="urn:microsoft.com/office/officeart/2018/2/layout/IconVerticalSolidList"/>
    <dgm:cxn modelId="{010F19D2-6ACC-4931-B1BC-3F45F41EC4CA}" type="presParOf" srcId="{28E3C4CC-9AFD-4028-9E4D-BDD2E831717E}" destId="{C0EA6B02-65C7-4E20-9A16-E903CD10D530}" srcOrd="0" destOrd="0" presId="urn:microsoft.com/office/officeart/2018/2/layout/IconVerticalSolidList"/>
    <dgm:cxn modelId="{E949A0D0-0FF7-4E6D-AC51-B8A887C07E8B}" type="presParOf" srcId="{28E3C4CC-9AFD-4028-9E4D-BDD2E831717E}" destId="{ECAFB9F3-8C3E-410A-B5F6-F625112E265A}" srcOrd="1" destOrd="0" presId="urn:microsoft.com/office/officeart/2018/2/layout/IconVerticalSolidList"/>
    <dgm:cxn modelId="{B62D970B-A685-4411-A7D8-3525201325F6}" type="presParOf" srcId="{28E3C4CC-9AFD-4028-9E4D-BDD2E831717E}" destId="{DB09BFFC-8944-45C7-B243-3A4AD4314526}" srcOrd="2" destOrd="0" presId="urn:microsoft.com/office/officeart/2018/2/layout/IconVerticalSolidList"/>
    <dgm:cxn modelId="{CCB05F34-433C-4556-B85B-A055FEB63AB2}" type="presParOf" srcId="{28E3C4CC-9AFD-4028-9E4D-BDD2E831717E}" destId="{A57220D1-2606-4CE3-B585-71609D1AF010}" srcOrd="3" destOrd="0" presId="urn:microsoft.com/office/officeart/2018/2/layout/IconVerticalSolidList"/>
    <dgm:cxn modelId="{BF7DF596-41B3-401B-A5C9-13E3A0D3E292}" type="presParOf" srcId="{335F9EE9-C9DD-4B4B-A84C-F83BD6840E71}" destId="{1721E038-34A2-4DF6-A921-D809E979387D}" srcOrd="5" destOrd="0" presId="urn:microsoft.com/office/officeart/2018/2/layout/IconVerticalSolidList"/>
    <dgm:cxn modelId="{8ED246D7-A0B4-41DA-95A8-9563E8416CF2}" type="presParOf" srcId="{335F9EE9-C9DD-4B4B-A84C-F83BD6840E71}" destId="{35921E4E-4732-4692-B35C-3D02F4B43BCF}" srcOrd="6" destOrd="0" presId="urn:microsoft.com/office/officeart/2018/2/layout/IconVerticalSolidList"/>
    <dgm:cxn modelId="{07ED4DC0-C4D1-49EE-8AF6-598C9A043883}" type="presParOf" srcId="{35921E4E-4732-4692-B35C-3D02F4B43BCF}" destId="{F0075763-1903-4511-8A18-78CF4A88DA2A}" srcOrd="0" destOrd="0" presId="urn:microsoft.com/office/officeart/2018/2/layout/IconVerticalSolidList"/>
    <dgm:cxn modelId="{7D14D5F6-C2B2-40C8-AF53-6B2C5F7586D4}" type="presParOf" srcId="{35921E4E-4732-4692-B35C-3D02F4B43BCF}" destId="{6E3AE952-6784-4A0D-9285-8B35BC4CB660}" srcOrd="1" destOrd="0" presId="urn:microsoft.com/office/officeart/2018/2/layout/IconVerticalSolidList"/>
    <dgm:cxn modelId="{DB7F23D4-8AAE-4EDC-98A1-64048EE93B8C}" type="presParOf" srcId="{35921E4E-4732-4692-B35C-3D02F4B43BCF}" destId="{A3C30085-2B7C-4F85-8F45-2B57812B05C0}" srcOrd="2" destOrd="0" presId="urn:microsoft.com/office/officeart/2018/2/layout/IconVerticalSolidList"/>
    <dgm:cxn modelId="{8F1CA8C5-48ED-4722-B433-945FB842F978}" type="presParOf" srcId="{35921E4E-4732-4692-B35C-3D02F4B43BCF}" destId="{55B3C63E-0B0C-441B-B4F4-CD95C4D186F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E28359-B841-4862-BB55-3CC46ED22B9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E2AE272-0070-4651-8327-87AA8459075C}">
      <dgm:prSet/>
      <dgm:spPr/>
      <dgm:t>
        <a:bodyPr/>
        <a:lstStyle/>
        <a:p>
          <a:pPr>
            <a:defRPr cap="all"/>
          </a:pPr>
          <a:r>
            <a:rPr lang="en-GB"/>
            <a:t>Cloud computing foundations</a:t>
          </a:r>
          <a:endParaRPr lang="en-US"/>
        </a:p>
      </dgm:t>
    </dgm:pt>
    <dgm:pt modelId="{B8A001FA-A0E4-4641-AF86-B0832CE3B389}" type="parTrans" cxnId="{1BA7F38A-1FDD-4346-A144-795CB0549CBF}">
      <dgm:prSet/>
      <dgm:spPr/>
      <dgm:t>
        <a:bodyPr/>
        <a:lstStyle/>
        <a:p>
          <a:endParaRPr lang="en-US"/>
        </a:p>
      </dgm:t>
    </dgm:pt>
    <dgm:pt modelId="{51DD74AB-8803-4255-BFAC-CB61BAE47797}" type="sibTrans" cxnId="{1BA7F38A-1FDD-4346-A144-795CB0549CBF}">
      <dgm:prSet/>
      <dgm:spPr/>
      <dgm:t>
        <a:bodyPr/>
        <a:lstStyle/>
        <a:p>
          <a:endParaRPr lang="en-US"/>
        </a:p>
      </dgm:t>
    </dgm:pt>
    <dgm:pt modelId="{5D623905-29D0-4E69-8B13-976520ED6CF1}">
      <dgm:prSet/>
      <dgm:spPr/>
      <dgm:t>
        <a:bodyPr/>
        <a:lstStyle/>
        <a:p>
          <a:pPr>
            <a:defRPr cap="all"/>
          </a:pPr>
          <a:r>
            <a:rPr lang="en-GB"/>
            <a:t>Unified Endpoint Management</a:t>
          </a:r>
          <a:endParaRPr lang="en-US"/>
        </a:p>
      </dgm:t>
    </dgm:pt>
    <dgm:pt modelId="{E7EDB1C8-BB2A-41E3-B974-F4687CB75BB7}" type="parTrans" cxnId="{1C4355FC-4F05-43F2-BDAA-99AE7DD3DC0D}">
      <dgm:prSet/>
      <dgm:spPr/>
      <dgm:t>
        <a:bodyPr/>
        <a:lstStyle/>
        <a:p>
          <a:endParaRPr lang="en-US"/>
        </a:p>
      </dgm:t>
    </dgm:pt>
    <dgm:pt modelId="{ECBFE3DB-F3EC-495F-861C-A3316D614769}" type="sibTrans" cxnId="{1C4355FC-4F05-43F2-BDAA-99AE7DD3DC0D}">
      <dgm:prSet/>
      <dgm:spPr/>
      <dgm:t>
        <a:bodyPr/>
        <a:lstStyle/>
        <a:p>
          <a:endParaRPr lang="en-US"/>
        </a:p>
      </dgm:t>
    </dgm:pt>
    <dgm:pt modelId="{9CFD4CA1-1805-407C-808C-6B08E4E66BAE}">
      <dgm:prSet/>
      <dgm:spPr/>
      <dgm:t>
        <a:bodyPr/>
        <a:lstStyle/>
        <a:p>
          <a:pPr>
            <a:defRPr cap="all"/>
          </a:pPr>
          <a:r>
            <a:rPr lang="en-GB"/>
            <a:t>Zero Trust security</a:t>
          </a:r>
          <a:endParaRPr lang="en-US"/>
        </a:p>
      </dgm:t>
    </dgm:pt>
    <dgm:pt modelId="{5B3478B0-9382-420C-B954-51BE551A48D4}" type="parTrans" cxnId="{C95770D8-0578-401D-A837-6EC1F6D945B7}">
      <dgm:prSet/>
      <dgm:spPr/>
      <dgm:t>
        <a:bodyPr/>
        <a:lstStyle/>
        <a:p>
          <a:endParaRPr lang="en-US"/>
        </a:p>
      </dgm:t>
    </dgm:pt>
    <dgm:pt modelId="{B67A4BDE-5A62-4669-986D-A9D417510E51}" type="sibTrans" cxnId="{C95770D8-0578-401D-A837-6EC1F6D945B7}">
      <dgm:prSet/>
      <dgm:spPr/>
      <dgm:t>
        <a:bodyPr/>
        <a:lstStyle/>
        <a:p>
          <a:endParaRPr lang="en-US"/>
        </a:p>
      </dgm:t>
    </dgm:pt>
    <dgm:pt modelId="{4D9BFD90-E9B1-4F16-8B24-2E3432724564}">
      <dgm:prSet/>
      <dgm:spPr/>
      <dgm:t>
        <a:bodyPr/>
        <a:lstStyle/>
        <a:p>
          <a:pPr>
            <a:defRPr cap="all"/>
          </a:pPr>
          <a:r>
            <a:rPr lang="en-GB" i="1"/>
            <a:t>(Optional visual: layered model)</a:t>
          </a:r>
          <a:endParaRPr lang="en-US"/>
        </a:p>
      </dgm:t>
    </dgm:pt>
    <dgm:pt modelId="{2FD539EC-BB78-47AA-A59E-6A05FDEA6285}" type="parTrans" cxnId="{32E7805B-CCF2-460C-9C0D-824A35C29A59}">
      <dgm:prSet/>
      <dgm:spPr/>
      <dgm:t>
        <a:bodyPr/>
        <a:lstStyle/>
        <a:p>
          <a:endParaRPr lang="en-US"/>
        </a:p>
      </dgm:t>
    </dgm:pt>
    <dgm:pt modelId="{4C139AAA-AA5C-49B4-9257-717BB62562A6}" type="sibTrans" cxnId="{32E7805B-CCF2-460C-9C0D-824A35C29A59}">
      <dgm:prSet/>
      <dgm:spPr/>
      <dgm:t>
        <a:bodyPr/>
        <a:lstStyle/>
        <a:p>
          <a:endParaRPr lang="en-US"/>
        </a:p>
      </dgm:t>
    </dgm:pt>
    <dgm:pt modelId="{CAAD0947-1898-4641-99DB-739E17145EFC}" type="pres">
      <dgm:prSet presAssocID="{0FE28359-B841-4862-BB55-3CC46ED22B90}" presName="root" presStyleCnt="0">
        <dgm:presLayoutVars>
          <dgm:dir/>
          <dgm:resizeHandles val="exact"/>
        </dgm:presLayoutVars>
      </dgm:prSet>
      <dgm:spPr/>
    </dgm:pt>
    <dgm:pt modelId="{5C064A89-2CC0-4C1F-A8F9-0C5670B1A4BD}" type="pres">
      <dgm:prSet presAssocID="{EE2AE272-0070-4651-8327-87AA8459075C}" presName="compNode" presStyleCnt="0"/>
      <dgm:spPr/>
    </dgm:pt>
    <dgm:pt modelId="{27885017-1F95-49ED-892B-0CDD554EE2A7}" type="pres">
      <dgm:prSet presAssocID="{EE2AE272-0070-4651-8327-87AA8459075C}" presName="iconBgRect" presStyleLbl="bgShp" presStyleIdx="0" presStyleCnt="4"/>
      <dgm:spPr/>
    </dgm:pt>
    <dgm:pt modelId="{3888AC02-3C15-4AC2-95F7-ABB98A620F0C}" type="pres">
      <dgm:prSet presAssocID="{EE2AE272-0070-4651-8327-87AA8459075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BB3D4C7E-5375-4A15-9683-FE45A22DFC0A}" type="pres">
      <dgm:prSet presAssocID="{EE2AE272-0070-4651-8327-87AA8459075C}" presName="spaceRect" presStyleCnt="0"/>
      <dgm:spPr/>
    </dgm:pt>
    <dgm:pt modelId="{B05DDB08-D6D7-4946-AA0D-20F01F24612B}" type="pres">
      <dgm:prSet presAssocID="{EE2AE272-0070-4651-8327-87AA8459075C}" presName="textRect" presStyleLbl="revTx" presStyleIdx="0" presStyleCnt="4">
        <dgm:presLayoutVars>
          <dgm:chMax val="1"/>
          <dgm:chPref val="1"/>
        </dgm:presLayoutVars>
      </dgm:prSet>
      <dgm:spPr/>
    </dgm:pt>
    <dgm:pt modelId="{850DC465-BB0F-4FC2-878A-F450AC75A87B}" type="pres">
      <dgm:prSet presAssocID="{51DD74AB-8803-4255-BFAC-CB61BAE47797}" presName="sibTrans" presStyleCnt="0"/>
      <dgm:spPr/>
    </dgm:pt>
    <dgm:pt modelId="{F6E987FB-A9FA-4688-BF69-AE77E79C0F3A}" type="pres">
      <dgm:prSet presAssocID="{5D623905-29D0-4E69-8B13-976520ED6CF1}" presName="compNode" presStyleCnt="0"/>
      <dgm:spPr/>
    </dgm:pt>
    <dgm:pt modelId="{F6F06339-448C-4FC0-8EFF-1DEE19BB262A}" type="pres">
      <dgm:prSet presAssocID="{5D623905-29D0-4E69-8B13-976520ED6CF1}" presName="iconBgRect" presStyleLbl="bgShp" presStyleIdx="1" presStyleCnt="4"/>
      <dgm:spPr/>
    </dgm:pt>
    <dgm:pt modelId="{FD02764D-7FC0-4388-9029-8CD0A590BEE5}" type="pres">
      <dgm:prSet presAssocID="{5D623905-29D0-4E69-8B13-976520ED6CF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8562F3C1-A6B0-4588-9FED-1704207DD874}" type="pres">
      <dgm:prSet presAssocID="{5D623905-29D0-4E69-8B13-976520ED6CF1}" presName="spaceRect" presStyleCnt="0"/>
      <dgm:spPr/>
    </dgm:pt>
    <dgm:pt modelId="{58050FE2-9FB4-4961-8FF6-7FC872194DAB}" type="pres">
      <dgm:prSet presAssocID="{5D623905-29D0-4E69-8B13-976520ED6CF1}" presName="textRect" presStyleLbl="revTx" presStyleIdx="1" presStyleCnt="4">
        <dgm:presLayoutVars>
          <dgm:chMax val="1"/>
          <dgm:chPref val="1"/>
        </dgm:presLayoutVars>
      </dgm:prSet>
      <dgm:spPr/>
    </dgm:pt>
    <dgm:pt modelId="{A338055A-831B-4EE1-BB36-D55EF559B6BB}" type="pres">
      <dgm:prSet presAssocID="{ECBFE3DB-F3EC-495F-861C-A3316D614769}" presName="sibTrans" presStyleCnt="0"/>
      <dgm:spPr/>
    </dgm:pt>
    <dgm:pt modelId="{781FED14-8F13-4ABB-A2AE-958BB2785E26}" type="pres">
      <dgm:prSet presAssocID="{9CFD4CA1-1805-407C-808C-6B08E4E66BAE}" presName="compNode" presStyleCnt="0"/>
      <dgm:spPr/>
    </dgm:pt>
    <dgm:pt modelId="{5E9DB742-AAA9-47E0-B3AB-2F9D85D5F9A8}" type="pres">
      <dgm:prSet presAssocID="{9CFD4CA1-1805-407C-808C-6B08E4E66BAE}" presName="iconBgRect" presStyleLbl="bgShp" presStyleIdx="2" presStyleCnt="4"/>
      <dgm:spPr/>
    </dgm:pt>
    <dgm:pt modelId="{A0154F85-1A17-4FBC-878B-04BAC2924093}" type="pres">
      <dgm:prSet presAssocID="{9CFD4CA1-1805-407C-808C-6B08E4E66BA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C5BC9F72-4DBB-4E97-B491-C33678963CC2}" type="pres">
      <dgm:prSet presAssocID="{9CFD4CA1-1805-407C-808C-6B08E4E66BAE}" presName="spaceRect" presStyleCnt="0"/>
      <dgm:spPr/>
    </dgm:pt>
    <dgm:pt modelId="{C3AC3ADA-0397-492F-90C3-E2A273DEDDAD}" type="pres">
      <dgm:prSet presAssocID="{9CFD4CA1-1805-407C-808C-6B08E4E66BAE}" presName="textRect" presStyleLbl="revTx" presStyleIdx="2" presStyleCnt="4">
        <dgm:presLayoutVars>
          <dgm:chMax val="1"/>
          <dgm:chPref val="1"/>
        </dgm:presLayoutVars>
      </dgm:prSet>
      <dgm:spPr/>
    </dgm:pt>
    <dgm:pt modelId="{9ADA31EC-FC93-4731-B1C4-8AE2419030C6}" type="pres">
      <dgm:prSet presAssocID="{B67A4BDE-5A62-4669-986D-A9D417510E51}" presName="sibTrans" presStyleCnt="0"/>
      <dgm:spPr/>
    </dgm:pt>
    <dgm:pt modelId="{4C3E46C5-2C50-4E90-A419-30EF0F1CFD07}" type="pres">
      <dgm:prSet presAssocID="{4D9BFD90-E9B1-4F16-8B24-2E3432724564}" presName="compNode" presStyleCnt="0"/>
      <dgm:spPr/>
    </dgm:pt>
    <dgm:pt modelId="{6BC5D83A-663A-4BE1-8A30-9F466FB3ADFA}" type="pres">
      <dgm:prSet presAssocID="{4D9BFD90-E9B1-4F16-8B24-2E3432724564}" presName="iconBgRect" presStyleLbl="bgShp" presStyleIdx="3" presStyleCnt="4"/>
      <dgm:spPr/>
    </dgm:pt>
    <dgm:pt modelId="{7FBA7E81-EE1F-47BB-9A3F-A58B43538B01}" type="pres">
      <dgm:prSet presAssocID="{4D9BFD90-E9B1-4F16-8B24-2E343272456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dding Cake"/>
        </a:ext>
      </dgm:extLst>
    </dgm:pt>
    <dgm:pt modelId="{097E1E31-E6D9-43C3-9FC6-E8C82960BD07}" type="pres">
      <dgm:prSet presAssocID="{4D9BFD90-E9B1-4F16-8B24-2E3432724564}" presName="spaceRect" presStyleCnt="0"/>
      <dgm:spPr/>
    </dgm:pt>
    <dgm:pt modelId="{81E79E76-B8EF-4132-85AA-D9430C77863B}" type="pres">
      <dgm:prSet presAssocID="{4D9BFD90-E9B1-4F16-8B24-2E343272456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7DEDB13-AF5D-41DD-96A4-B6C80ABEC940}" type="presOf" srcId="{5D623905-29D0-4E69-8B13-976520ED6CF1}" destId="{58050FE2-9FB4-4961-8FF6-7FC872194DAB}" srcOrd="0" destOrd="0" presId="urn:microsoft.com/office/officeart/2018/5/layout/IconCircleLabelList"/>
    <dgm:cxn modelId="{32E7805B-CCF2-460C-9C0D-824A35C29A59}" srcId="{0FE28359-B841-4862-BB55-3CC46ED22B90}" destId="{4D9BFD90-E9B1-4F16-8B24-2E3432724564}" srcOrd="3" destOrd="0" parTransId="{2FD539EC-BB78-47AA-A59E-6A05FDEA6285}" sibTransId="{4C139AAA-AA5C-49B4-9257-717BB62562A6}"/>
    <dgm:cxn modelId="{1BA7F38A-1FDD-4346-A144-795CB0549CBF}" srcId="{0FE28359-B841-4862-BB55-3CC46ED22B90}" destId="{EE2AE272-0070-4651-8327-87AA8459075C}" srcOrd="0" destOrd="0" parTransId="{B8A001FA-A0E4-4641-AF86-B0832CE3B389}" sibTransId="{51DD74AB-8803-4255-BFAC-CB61BAE47797}"/>
    <dgm:cxn modelId="{76C17B97-89E7-4879-A83F-395ACB727442}" type="presOf" srcId="{4D9BFD90-E9B1-4F16-8B24-2E3432724564}" destId="{81E79E76-B8EF-4132-85AA-D9430C77863B}" srcOrd="0" destOrd="0" presId="urn:microsoft.com/office/officeart/2018/5/layout/IconCircleLabelList"/>
    <dgm:cxn modelId="{EF62E2C8-1916-4791-A58F-7B7E60655A05}" type="presOf" srcId="{EE2AE272-0070-4651-8327-87AA8459075C}" destId="{B05DDB08-D6D7-4946-AA0D-20F01F24612B}" srcOrd="0" destOrd="0" presId="urn:microsoft.com/office/officeart/2018/5/layout/IconCircleLabelList"/>
    <dgm:cxn modelId="{BFC413CE-DC97-498C-9C5B-834A8189EF0C}" type="presOf" srcId="{0FE28359-B841-4862-BB55-3CC46ED22B90}" destId="{CAAD0947-1898-4641-99DB-739E17145EFC}" srcOrd="0" destOrd="0" presId="urn:microsoft.com/office/officeart/2018/5/layout/IconCircleLabelList"/>
    <dgm:cxn modelId="{C95770D8-0578-401D-A837-6EC1F6D945B7}" srcId="{0FE28359-B841-4862-BB55-3CC46ED22B90}" destId="{9CFD4CA1-1805-407C-808C-6B08E4E66BAE}" srcOrd="2" destOrd="0" parTransId="{5B3478B0-9382-420C-B954-51BE551A48D4}" sibTransId="{B67A4BDE-5A62-4669-986D-A9D417510E51}"/>
    <dgm:cxn modelId="{1C4355FC-4F05-43F2-BDAA-99AE7DD3DC0D}" srcId="{0FE28359-B841-4862-BB55-3CC46ED22B90}" destId="{5D623905-29D0-4E69-8B13-976520ED6CF1}" srcOrd="1" destOrd="0" parTransId="{E7EDB1C8-BB2A-41E3-B974-F4687CB75BB7}" sibTransId="{ECBFE3DB-F3EC-495F-861C-A3316D614769}"/>
    <dgm:cxn modelId="{A73797FC-47CF-4FD4-930B-0FBFFE7BAD82}" type="presOf" srcId="{9CFD4CA1-1805-407C-808C-6B08E4E66BAE}" destId="{C3AC3ADA-0397-492F-90C3-E2A273DEDDAD}" srcOrd="0" destOrd="0" presId="urn:microsoft.com/office/officeart/2018/5/layout/IconCircleLabelList"/>
    <dgm:cxn modelId="{725E2F7D-B667-47DD-870D-D5878FA96F30}" type="presParOf" srcId="{CAAD0947-1898-4641-99DB-739E17145EFC}" destId="{5C064A89-2CC0-4C1F-A8F9-0C5670B1A4BD}" srcOrd="0" destOrd="0" presId="urn:microsoft.com/office/officeart/2018/5/layout/IconCircleLabelList"/>
    <dgm:cxn modelId="{65245157-AFFB-4D6D-8A93-C57A6CD15472}" type="presParOf" srcId="{5C064A89-2CC0-4C1F-A8F9-0C5670B1A4BD}" destId="{27885017-1F95-49ED-892B-0CDD554EE2A7}" srcOrd="0" destOrd="0" presId="urn:microsoft.com/office/officeart/2018/5/layout/IconCircleLabelList"/>
    <dgm:cxn modelId="{EA44DDE6-0CFB-44FF-AAA9-F24A10C88AF2}" type="presParOf" srcId="{5C064A89-2CC0-4C1F-A8F9-0C5670B1A4BD}" destId="{3888AC02-3C15-4AC2-95F7-ABB98A620F0C}" srcOrd="1" destOrd="0" presId="urn:microsoft.com/office/officeart/2018/5/layout/IconCircleLabelList"/>
    <dgm:cxn modelId="{154B75B7-410D-47C7-A551-DAEFFD9B601B}" type="presParOf" srcId="{5C064A89-2CC0-4C1F-A8F9-0C5670B1A4BD}" destId="{BB3D4C7E-5375-4A15-9683-FE45A22DFC0A}" srcOrd="2" destOrd="0" presId="urn:microsoft.com/office/officeart/2018/5/layout/IconCircleLabelList"/>
    <dgm:cxn modelId="{59642306-23CE-4D9D-AE45-791A02CDE357}" type="presParOf" srcId="{5C064A89-2CC0-4C1F-A8F9-0C5670B1A4BD}" destId="{B05DDB08-D6D7-4946-AA0D-20F01F24612B}" srcOrd="3" destOrd="0" presId="urn:microsoft.com/office/officeart/2018/5/layout/IconCircleLabelList"/>
    <dgm:cxn modelId="{FFAA242F-177D-46FD-ABE3-9853A4750673}" type="presParOf" srcId="{CAAD0947-1898-4641-99DB-739E17145EFC}" destId="{850DC465-BB0F-4FC2-878A-F450AC75A87B}" srcOrd="1" destOrd="0" presId="urn:microsoft.com/office/officeart/2018/5/layout/IconCircleLabelList"/>
    <dgm:cxn modelId="{BDB09F76-55CB-4FEA-8DDD-C0AB60BD28CB}" type="presParOf" srcId="{CAAD0947-1898-4641-99DB-739E17145EFC}" destId="{F6E987FB-A9FA-4688-BF69-AE77E79C0F3A}" srcOrd="2" destOrd="0" presId="urn:microsoft.com/office/officeart/2018/5/layout/IconCircleLabelList"/>
    <dgm:cxn modelId="{4FFDC8F7-D878-4F59-BF4D-5C47DA73C767}" type="presParOf" srcId="{F6E987FB-A9FA-4688-BF69-AE77E79C0F3A}" destId="{F6F06339-448C-4FC0-8EFF-1DEE19BB262A}" srcOrd="0" destOrd="0" presId="urn:microsoft.com/office/officeart/2018/5/layout/IconCircleLabelList"/>
    <dgm:cxn modelId="{51F68CCD-A4CB-4023-816B-5A327EE7C373}" type="presParOf" srcId="{F6E987FB-A9FA-4688-BF69-AE77E79C0F3A}" destId="{FD02764D-7FC0-4388-9029-8CD0A590BEE5}" srcOrd="1" destOrd="0" presId="urn:microsoft.com/office/officeart/2018/5/layout/IconCircleLabelList"/>
    <dgm:cxn modelId="{58FB2419-FE71-4649-B2E5-FF9FBACEA49D}" type="presParOf" srcId="{F6E987FB-A9FA-4688-BF69-AE77E79C0F3A}" destId="{8562F3C1-A6B0-4588-9FED-1704207DD874}" srcOrd="2" destOrd="0" presId="urn:microsoft.com/office/officeart/2018/5/layout/IconCircleLabelList"/>
    <dgm:cxn modelId="{EA61769B-B5C0-426E-8AD7-3D9B0CA79B9F}" type="presParOf" srcId="{F6E987FB-A9FA-4688-BF69-AE77E79C0F3A}" destId="{58050FE2-9FB4-4961-8FF6-7FC872194DAB}" srcOrd="3" destOrd="0" presId="urn:microsoft.com/office/officeart/2018/5/layout/IconCircleLabelList"/>
    <dgm:cxn modelId="{C97ED353-07CC-4F7C-8363-C72A288282CF}" type="presParOf" srcId="{CAAD0947-1898-4641-99DB-739E17145EFC}" destId="{A338055A-831B-4EE1-BB36-D55EF559B6BB}" srcOrd="3" destOrd="0" presId="urn:microsoft.com/office/officeart/2018/5/layout/IconCircleLabelList"/>
    <dgm:cxn modelId="{6324001D-6283-4032-9275-6C76EDA6DE00}" type="presParOf" srcId="{CAAD0947-1898-4641-99DB-739E17145EFC}" destId="{781FED14-8F13-4ABB-A2AE-958BB2785E26}" srcOrd="4" destOrd="0" presId="urn:microsoft.com/office/officeart/2018/5/layout/IconCircleLabelList"/>
    <dgm:cxn modelId="{F1BE5BB0-CFCF-48E3-9266-B5E32FBABD4A}" type="presParOf" srcId="{781FED14-8F13-4ABB-A2AE-958BB2785E26}" destId="{5E9DB742-AAA9-47E0-B3AB-2F9D85D5F9A8}" srcOrd="0" destOrd="0" presId="urn:microsoft.com/office/officeart/2018/5/layout/IconCircleLabelList"/>
    <dgm:cxn modelId="{7D20E914-78C5-455A-8BF6-9C65CDBDC9A7}" type="presParOf" srcId="{781FED14-8F13-4ABB-A2AE-958BB2785E26}" destId="{A0154F85-1A17-4FBC-878B-04BAC2924093}" srcOrd="1" destOrd="0" presId="urn:microsoft.com/office/officeart/2018/5/layout/IconCircleLabelList"/>
    <dgm:cxn modelId="{FA215319-B3D5-4F6C-A22A-A71A09060F51}" type="presParOf" srcId="{781FED14-8F13-4ABB-A2AE-958BB2785E26}" destId="{C5BC9F72-4DBB-4E97-B491-C33678963CC2}" srcOrd="2" destOrd="0" presId="urn:microsoft.com/office/officeart/2018/5/layout/IconCircleLabelList"/>
    <dgm:cxn modelId="{4E63FDD2-F33D-44D9-BE36-D41A5942BAAD}" type="presParOf" srcId="{781FED14-8F13-4ABB-A2AE-958BB2785E26}" destId="{C3AC3ADA-0397-492F-90C3-E2A273DEDDAD}" srcOrd="3" destOrd="0" presId="urn:microsoft.com/office/officeart/2018/5/layout/IconCircleLabelList"/>
    <dgm:cxn modelId="{51E90430-72C5-4402-BD38-51FB5A39E10B}" type="presParOf" srcId="{CAAD0947-1898-4641-99DB-739E17145EFC}" destId="{9ADA31EC-FC93-4731-B1C4-8AE2419030C6}" srcOrd="5" destOrd="0" presId="urn:microsoft.com/office/officeart/2018/5/layout/IconCircleLabelList"/>
    <dgm:cxn modelId="{BC9CDAC6-17E4-44AA-AA15-B7B985F76009}" type="presParOf" srcId="{CAAD0947-1898-4641-99DB-739E17145EFC}" destId="{4C3E46C5-2C50-4E90-A419-30EF0F1CFD07}" srcOrd="6" destOrd="0" presId="urn:microsoft.com/office/officeart/2018/5/layout/IconCircleLabelList"/>
    <dgm:cxn modelId="{5D823425-E319-4D6C-92D6-2BB8C3672886}" type="presParOf" srcId="{4C3E46C5-2C50-4E90-A419-30EF0F1CFD07}" destId="{6BC5D83A-663A-4BE1-8A30-9F466FB3ADFA}" srcOrd="0" destOrd="0" presId="urn:microsoft.com/office/officeart/2018/5/layout/IconCircleLabelList"/>
    <dgm:cxn modelId="{1D77E8E3-64A6-4C58-BEA7-2D7535C2E50D}" type="presParOf" srcId="{4C3E46C5-2C50-4E90-A419-30EF0F1CFD07}" destId="{7FBA7E81-EE1F-47BB-9A3F-A58B43538B01}" srcOrd="1" destOrd="0" presId="urn:microsoft.com/office/officeart/2018/5/layout/IconCircleLabelList"/>
    <dgm:cxn modelId="{9A94462F-9EA2-4211-AC43-06006B346F96}" type="presParOf" srcId="{4C3E46C5-2C50-4E90-A419-30EF0F1CFD07}" destId="{097E1E31-E6D9-43C3-9FC6-E8C82960BD07}" srcOrd="2" destOrd="0" presId="urn:microsoft.com/office/officeart/2018/5/layout/IconCircleLabelList"/>
    <dgm:cxn modelId="{77673D8B-07E8-4264-9F49-86889571C301}" type="presParOf" srcId="{4C3E46C5-2C50-4E90-A419-30EF0F1CFD07}" destId="{81E79E76-B8EF-4132-85AA-D9430C77863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48ABF81-648C-43EE-819C-75F5B07B8F36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F2B1900-A769-4BEF-BFF3-197246691BE8}">
      <dgm:prSet/>
      <dgm:spPr/>
      <dgm:t>
        <a:bodyPr/>
        <a:lstStyle/>
        <a:p>
          <a:pPr>
            <a:defRPr b="1"/>
          </a:pPr>
          <a:r>
            <a:rPr lang="en-GB" b="1"/>
            <a:t>Strengths</a:t>
          </a:r>
          <a:endParaRPr lang="en-US"/>
        </a:p>
      </dgm:t>
    </dgm:pt>
    <dgm:pt modelId="{9759C884-903D-4497-8A83-349E09C2E46C}" type="parTrans" cxnId="{42E045C4-21C0-44F3-AB50-CE4464AF9467}">
      <dgm:prSet/>
      <dgm:spPr/>
      <dgm:t>
        <a:bodyPr/>
        <a:lstStyle/>
        <a:p>
          <a:endParaRPr lang="en-US"/>
        </a:p>
      </dgm:t>
    </dgm:pt>
    <dgm:pt modelId="{767C3D53-5EE9-4202-8983-60E671F2D8DB}" type="sibTrans" cxnId="{42E045C4-21C0-44F3-AB50-CE4464AF9467}">
      <dgm:prSet/>
      <dgm:spPr/>
      <dgm:t>
        <a:bodyPr/>
        <a:lstStyle/>
        <a:p>
          <a:endParaRPr lang="en-US"/>
        </a:p>
      </dgm:t>
    </dgm:pt>
    <dgm:pt modelId="{018A5433-2E1A-4115-8DFF-760E148249AD}">
      <dgm:prSet/>
      <dgm:spPr/>
      <dgm:t>
        <a:bodyPr/>
        <a:lstStyle/>
        <a:p>
          <a:r>
            <a:rPr lang="en-GB"/>
            <a:t>Centralised control</a:t>
          </a:r>
          <a:endParaRPr lang="en-US"/>
        </a:p>
      </dgm:t>
    </dgm:pt>
    <dgm:pt modelId="{CA8A605A-BAD2-4343-87C6-23CFA11DDBC6}" type="parTrans" cxnId="{7D685CD5-EE2B-4441-9777-BC716C87EB3D}">
      <dgm:prSet/>
      <dgm:spPr/>
      <dgm:t>
        <a:bodyPr/>
        <a:lstStyle/>
        <a:p>
          <a:endParaRPr lang="en-US"/>
        </a:p>
      </dgm:t>
    </dgm:pt>
    <dgm:pt modelId="{9FA9D9D5-43C2-4A08-8D68-38885EC22D26}" type="sibTrans" cxnId="{7D685CD5-EE2B-4441-9777-BC716C87EB3D}">
      <dgm:prSet/>
      <dgm:spPr/>
      <dgm:t>
        <a:bodyPr/>
        <a:lstStyle/>
        <a:p>
          <a:endParaRPr lang="en-US"/>
        </a:p>
      </dgm:t>
    </dgm:pt>
    <dgm:pt modelId="{C915DD72-3AD0-4337-9320-A7EFBCC43CB6}">
      <dgm:prSet/>
      <dgm:spPr/>
      <dgm:t>
        <a:bodyPr/>
        <a:lstStyle/>
        <a:p>
          <a:r>
            <a:rPr lang="en-GB"/>
            <a:t>Visibility &amp; compliance</a:t>
          </a:r>
          <a:endParaRPr lang="en-US"/>
        </a:p>
      </dgm:t>
    </dgm:pt>
    <dgm:pt modelId="{441559C1-ABA8-4DE4-A5AA-EEFE299E04E5}" type="parTrans" cxnId="{D21B08AE-A87F-4E24-98A9-0749A78DAFBF}">
      <dgm:prSet/>
      <dgm:spPr/>
      <dgm:t>
        <a:bodyPr/>
        <a:lstStyle/>
        <a:p>
          <a:endParaRPr lang="en-US"/>
        </a:p>
      </dgm:t>
    </dgm:pt>
    <dgm:pt modelId="{945145F0-EF8B-4E05-B3C8-976FE14B2017}" type="sibTrans" cxnId="{D21B08AE-A87F-4E24-98A9-0749A78DAFBF}">
      <dgm:prSet/>
      <dgm:spPr/>
      <dgm:t>
        <a:bodyPr/>
        <a:lstStyle/>
        <a:p>
          <a:endParaRPr lang="en-US"/>
        </a:p>
      </dgm:t>
    </dgm:pt>
    <dgm:pt modelId="{5D967271-280E-4395-9C0C-1795E6513396}">
      <dgm:prSet/>
      <dgm:spPr/>
      <dgm:t>
        <a:bodyPr/>
        <a:lstStyle/>
        <a:p>
          <a:pPr>
            <a:defRPr b="1"/>
          </a:pPr>
          <a:r>
            <a:rPr lang="en-GB" b="1"/>
            <a:t>Limitations</a:t>
          </a:r>
          <a:endParaRPr lang="en-US"/>
        </a:p>
      </dgm:t>
    </dgm:pt>
    <dgm:pt modelId="{B0ED739F-E2D0-4E43-B0DE-EAA4442C2633}" type="parTrans" cxnId="{ABB6517B-395C-4C71-B243-B0B0C7D5A692}">
      <dgm:prSet/>
      <dgm:spPr/>
      <dgm:t>
        <a:bodyPr/>
        <a:lstStyle/>
        <a:p>
          <a:endParaRPr lang="en-US"/>
        </a:p>
      </dgm:t>
    </dgm:pt>
    <dgm:pt modelId="{2AB30753-8501-4260-86AE-71DA034D0857}" type="sibTrans" cxnId="{ABB6517B-395C-4C71-B243-B0B0C7D5A692}">
      <dgm:prSet/>
      <dgm:spPr/>
      <dgm:t>
        <a:bodyPr/>
        <a:lstStyle/>
        <a:p>
          <a:endParaRPr lang="en-US"/>
        </a:p>
      </dgm:t>
    </dgm:pt>
    <dgm:pt modelId="{A1604AE4-AC3C-472E-A764-7EBEA92C4914}">
      <dgm:prSet/>
      <dgm:spPr/>
      <dgm:t>
        <a:bodyPr/>
        <a:lstStyle/>
        <a:p>
          <a:r>
            <a:rPr lang="en-GB"/>
            <a:t>Vendor bias</a:t>
          </a:r>
          <a:endParaRPr lang="en-US"/>
        </a:p>
      </dgm:t>
    </dgm:pt>
    <dgm:pt modelId="{EFBCCF99-376D-45B1-B804-50A73B0C8449}" type="parTrans" cxnId="{EA850C6A-A8ED-4639-B254-DAF459A0B7F8}">
      <dgm:prSet/>
      <dgm:spPr/>
      <dgm:t>
        <a:bodyPr/>
        <a:lstStyle/>
        <a:p>
          <a:endParaRPr lang="en-US"/>
        </a:p>
      </dgm:t>
    </dgm:pt>
    <dgm:pt modelId="{D21704FB-0155-42C4-A3E3-9F7C2EA7A166}" type="sibTrans" cxnId="{EA850C6A-A8ED-4639-B254-DAF459A0B7F8}">
      <dgm:prSet/>
      <dgm:spPr/>
      <dgm:t>
        <a:bodyPr/>
        <a:lstStyle/>
        <a:p>
          <a:endParaRPr lang="en-US"/>
        </a:p>
      </dgm:t>
    </dgm:pt>
    <dgm:pt modelId="{0EB989C2-EE60-42EC-8CC6-02F9560A6997}">
      <dgm:prSet/>
      <dgm:spPr/>
      <dgm:t>
        <a:bodyPr/>
        <a:lstStyle/>
        <a:p>
          <a:r>
            <a:rPr lang="en-GB"/>
            <a:t>Governance &amp; readiness issues</a:t>
          </a:r>
          <a:endParaRPr lang="en-US"/>
        </a:p>
      </dgm:t>
    </dgm:pt>
    <dgm:pt modelId="{96ABB700-8DB4-45E4-B9B2-F3DC2365FE6C}" type="parTrans" cxnId="{99A55102-3B1D-419B-B1C0-0FEE07FE8B32}">
      <dgm:prSet/>
      <dgm:spPr/>
      <dgm:t>
        <a:bodyPr/>
        <a:lstStyle/>
        <a:p>
          <a:endParaRPr lang="en-US"/>
        </a:p>
      </dgm:t>
    </dgm:pt>
    <dgm:pt modelId="{E3CF8398-8027-49BC-AA00-A159BFCC97BB}" type="sibTrans" cxnId="{99A55102-3B1D-419B-B1C0-0FEE07FE8B32}">
      <dgm:prSet/>
      <dgm:spPr/>
      <dgm:t>
        <a:bodyPr/>
        <a:lstStyle/>
        <a:p>
          <a:endParaRPr lang="en-US"/>
        </a:p>
      </dgm:t>
    </dgm:pt>
    <dgm:pt modelId="{02CC55DB-33FA-4950-96BF-BAC3EAEAC63A}" type="pres">
      <dgm:prSet presAssocID="{448ABF81-648C-43EE-819C-75F5B07B8F36}" presName="root" presStyleCnt="0">
        <dgm:presLayoutVars>
          <dgm:dir/>
          <dgm:resizeHandles val="exact"/>
        </dgm:presLayoutVars>
      </dgm:prSet>
      <dgm:spPr/>
    </dgm:pt>
    <dgm:pt modelId="{BE86EF32-3C45-41BA-9CCC-983499E58E6C}" type="pres">
      <dgm:prSet presAssocID="{AF2B1900-A769-4BEF-BFF3-197246691BE8}" presName="compNode" presStyleCnt="0"/>
      <dgm:spPr/>
    </dgm:pt>
    <dgm:pt modelId="{E13BAE35-F3B1-46F1-9FB5-CC3755358DE4}" type="pres">
      <dgm:prSet presAssocID="{AF2B1900-A769-4BEF-BFF3-197246691BE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A515CCDE-1BCE-4227-AECE-C6E3A02359B7}" type="pres">
      <dgm:prSet presAssocID="{AF2B1900-A769-4BEF-BFF3-197246691BE8}" presName="iconSpace" presStyleCnt="0"/>
      <dgm:spPr/>
    </dgm:pt>
    <dgm:pt modelId="{AA6A4523-A402-4549-86FB-2049EFC7C945}" type="pres">
      <dgm:prSet presAssocID="{AF2B1900-A769-4BEF-BFF3-197246691BE8}" presName="parTx" presStyleLbl="revTx" presStyleIdx="0" presStyleCnt="4">
        <dgm:presLayoutVars>
          <dgm:chMax val="0"/>
          <dgm:chPref val="0"/>
        </dgm:presLayoutVars>
      </dgm:prSet>
      <dgm:spPr/>
    </dgm:pt>
    <dgm:pt modelId="{74634BDF-1BDF-4D67-9E1A-A0B38685A0D7}" type="pres">
      <dgm:prSet presAssocID="{AF2B1900-A769-4BEF-BFF3-197246691BE8}" presName="txSpace" presStyleCnt="0"/>
      <dgm:spPr/>
    </dgm:pt>
    <dgm:pt modelId="{EE581038-56CA-407D-A259-E5A11B4B2C6E}" type="pres">
      <dgm:prSet presAssocID="{AF2B1900-A769-4BEF-BFF3-197246691BE8}" presName="desTx" presStyleLbl="revTx" presStyleIdx="1" presStyleCnt="4">
        <dgm:presLayoutVars/>
      </dgm:prSet>
      <dgm:spPr/>
    </dgm:pt>
    <dgm:pt modelId="{510F766A-A6B1-478A-BC2B-039F6EBF9619}" type="pres">
      <dgm:prSet presAssocID="{767C3D53-5EE9-4202-8983-60E671F2D8DB}" presName="sibTrans" presStyleCnt="0"/>
      <dgm:spPr/>
    </dgm:pt>
    <dgm:pt modelId="{4417F9D6-A4CB-42EA-BB92-0B72B76DACC0}" type="pres">
      <dgm:prSet presAssocID="{5D967271-280E-4395-9C0C-1795E6513396}" presName="compNode" presStyleCnt="0"/>
      <dgm:spPr/>
    </dgm:pt>
    <dgm:pt modelId="{CF38F775-6ECB-454C-9E23-EBB9FE4F6929}" type="pres">
      <dgm:prSet presAssocID="{5D967271-280E-4395-9C0C-1795E651339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58AF00D0-C419-4A4C-8E47-7E51FA9A8B42}" type="pres">
      <dgm:prSet presAssocID="{5D967271-280E-4395-9C0C-1795E6513396}" presName="iconSpace" presStyleCnt="0"/>
      <dgm:spPr/>
    </dgm:pt>
    <dgm:pt modelId="{76477359-20D1-4FB8-A226-F06DFB2800D2}" type="pres">
      <dgm:prSet presAssocID="{5D967271-280E-4395-9C0C-1795E6513396}" presName="parTx" presStyleLbl="revTx" presStyleIdx="2" presStyleCnt="4">
        <dgm:presLayoutVars>
          <dgm:chMax val="0"/>
          <dgm:chPref val="0"/>
        </dgm:presLayoutVars>
      </dgm:prSet>
      <dgm:spPr/>
    </dgm:pt>
    <dgm:pt modelId="{ED841D97-EE28-424D-A384-60F15AC2EC79}" type="pres">
      <dgm:prSet presAssocID="{5D967271-280E-4395-9C0C-1795E6513396}" presName="txSpace" presStyleCnt="0"/>
      <dgm:spPr/>
    </dgm:pt>
    <dgm:pt modelId="{EC67B5DF-2121-42CD-9599-EBD512F8E2E7}" type="pres">
      <dgm:prSet presAssocID="{5D967271-280E-4395-9C0C-1795E6513396}" presName="desTx" presStyleLbl="revTx" presStyleIdx="3" presStyleCnt="4">
        <dgm:presLayoutVars/>
      </dgm:prSet>
      <dgm:spPr/>
    </dgm:pt>
  </dgm:ptLst>
  <dgm:cxnLst>
    <dgm:cxn modelId="{AC214801-665E-40AE-A6D5-B60F16523059}" type="presOf" srcId="{0EB989C2-EE60-42EC-8CC6-02F9560A6997}" destId="{EC67B5DF-2121-42CD-9599-EBD512F8E2E7}" srcOrd="0" destOrd="1" presId="urn:microsoft.com/office/officeart/2018/2/layout/IconLabelDescriptionList"/>
    <dgm:cxn modelId="{99A55102-3B1D-419B-B1C0-0FEE07FE8B32}" srcId="{5D967271-280E-4395-9C0C-1795E6513396}" destId="{0EB989C2-EE60-42EC-8CC6-02F9560A6997}" srcOrd="1" destOrd="0" parTransId="{96ABB700-8DB4-45E4-B9B2-F3DC2365FE6C}" sibTransId="{E3CF8398-8027-49BC-AA00-A159BFCC97BB}"/>
    <dgm:cxn modelId="{7245D52E-F6D0-4110-989F-F4D0EF1FC881}" type="presOf" srcId="{448ABF81-648C-43EE-819C-75F5B07B8F36}" destId="{02CC55DB-33FA-4950-96BF-BAC3EAEAC63A}" srcOrd="0" destOrd="0" presId="urn:microsoft.com/office/officeart/2018/2/layout/IconLabelDescriptionList"/>
    <dgm:cxn modelId="{EA850C6A-A8ED-4639-B254-DAF459A0B7F8}" srcId="{5D967271-280E-4395-9C0C-1795E6513396}" destId="{A1604AE4-AC3C-472E-A764-7EBEA92C4914}" srcOrd="0" destOrd="0" parTransId="{EFBCCF99-376D-45B1-B804-50A73B0C8449}" sibTransId="{D21704FB-0155-42C4-A3E3-9F7C2EA7A166}"/>
    <dgm:cxn modelId="{7DA25774-0096-4F72-979C-9F7A5D1F7A3D}" type="presOf" srcId="{5D967271-280E-4395-9C0C-1795E6513396}" destId="{76477359-20D1-4FB8-A226-F06DFB2800D2}" srcOrd="0" destOrd="0" presId="urn:microsoft.com/office/officeart/2018/2/layout/IconLabelDescriptionList"/>
    <dgm:cxn modelId="{0CECB455-025C-471A-9263-C783FD451D67}" type="presOf" srcId="{AF2B1900-A769-4BEF-BFF3-197246691BE8}" destId="{AA6A4523-A402-4549-86FB-2049EFC7C945}" srcOrd="0" destOrd="0" presId="urn:microsoft.com/office/officeart/2018/2/layout/IconLabelDescriptionList"/>
    <dgm:cxn modelId="{6B8EAC7A-9BFB-416C-8E4A-31ED08C52F12}" type="presOf" srcId="{C915DD72-3AD0-4337-9320-A7EFBCC43CB6}" destId="{EE581038-56CA-407D-A259-E5A11B4B2C6E}" srcOrd="0" destOrd="1" presId="urn:microsoft.com/office/officeart/2018/2/layout/IconLabelDescriptionList"/>
    <dgm:cxn modelId="{ABB6517B-395C-4C71-B243-B0B0C7D5A692}" srcId="{448ABF81-648C-43EE-819C-75F5B07B8F36}" destId="{5D967271-280E-4395-9C0C-1795E6513396}" srcOrd="1" destOrd="0" parTransId="{B0ED739F-E2D0-4E43-B0DE-EAA4442C2633}" sibTransId="{2AB30753-8501-4260-86AE-71DA034D0857}"/>
    <dgm:cxn modelId="{1D9F5AA9-D461-4400-9CA9-465ACB22581E}" type="presOf" srcId="{018A5433-2E1A-4115-8DFF-760E148249AD}" destId="{EE581038-56CA-407D-A259-E5A11B4B2C6E}" srcOrd="0" destOrd="0" presId="urn:microsoft.com/office/officeart/2018/2/layout/IconLabelDescriptionList"/>
    <dgm:cxn modelId="{D21B08AE-A87F-4E24-98A9-0749A78DAFBF}" srcId="{AF2B1900-A769-4BEF-BFF3-197246691BE8}" destId="{C915DD72-3AD0-4337-9320-A7EFBCC43CB6}" srcOrd="1" destOrd="0" parTransId="{441559C1-ABA8-4DE4-A5AA-EEFE299E04E5}" sibTransId="{945145F0-EF8B-4E05-B3C8-976FE14B2017}"/>
    <dgm:cxn modelId="{42E045C4-21C0-44F3-AB50-CE4464AF9467}" srcId="{448ABF81-648C-43EE-819C-75F5B07B8F36}" destId="{AF2B1900-A769-4BEF-BFF3-197246691BE8}" srcOrd="0" destOrd="0" parTransId="{9759C884-903D-4497-8A83-349E09C2E46C}" sibTransId="{767C3D53-5EE9-4202-8983-60E671F2D8DB}"/>
    <dgm:cxn modelId="{7D685CD5-EE2B-4441-9777-BC716C87EB3D}" srcId="{AF2B1900-A769-4BEF-BFF3-197246691BE8}" destId="{018A5433-2E1A-4115-8DFF-760E148249AD}" srcOrd="0" destOrd="0" parTransId="{CA8A605A-BAD2-4343-87C6-23CFA11DDBC6}" sibTransId="{9FA9D9D5-43C2-4A08-8D68-38885EC22D26}"/>
    <dgm:cxn modelId="{251F6EFC-B1DD-4AE8-84F3-61E13DC24204}" type="presOf" srcId="{A1604AE4-AC3C-472E-A764-7EBEA92C4914}" destId="{EC67B5DF-2121-42CD-9599-EBD512F8E2E7}" srcOrd="0" destOrd="0" presId="urn:microsoft.com/office/officeart/2018/2/layout/IconLabelDescriptionList"/>
    <dgm:cxn modelId="{12874D47-1E06-4C39-B08D-16FA9B0CAF6D}" type="presParOf" srcId="{02CC55DB-33FA-4950-96BF-BAC3EAEAC63A}" destId="{BE86EF32-3C45-41BA-9CCC-983499E58E6C}" srcOrd="0" destOrd="0" presId="urn:microsoft.com/office/officeart/2018/2/layout/IconLabelDescriptionList"/>
    <dgm:cxn modelId="{008C0F12-0B2F-4E30-B2AF-BC34E0D465FD}" type="presParOf" srcId="{BE86EF32-3C45-41BA-9CCC-983499E58E6C}" destId="{E13BAE35-F3B1-46F1-9FB5-CC3755358DE4}" srcOrd="0" destOrd="0" presId="urn:microsoft.com/office/officeart/2018/2/layout/IconLabelDescriptionList"/>
    <dgm:cxn modelId="{656078DD-C3F2-4E97-BF6D-A01E204FEC6F}" type="presParOf" srcId="{BE86EF32-3C45-41BA-9CCC-983499E58E6C}" destId="{A515CCDE-1BCE-4227-AECE-C6E3A02359B7}" srcOrd="1" destOrd="0" presId="urn:microsoft.com/office/officeart/2018/2/layout/IconLabelDescriptionList"/>
    <dgm:cxn modelId="{8B56734C-6439-4932-8A8B-009EEEC5E184}" type="presParOf" srcId="{BE86EF32-3C45-41BA-9CCC-983499E58E6C}" destId="{AA6A4523-A402-4549-86FB-2049EFC7C945}" srcOrd="2" destOrd="0" presId="urn:microsoft.com/office/officeart/2018/2/layout/IconLabelDescriptionList"/>
    <dgm:cxn modelId="{E5293B1E-AB5B-47BF-94D0-94D5887C7520}" type="presParOf" srcId="{BE86EF32-3C45-41BA-9CCC-983499E58E6C}" destId="{74634BDF-1BDF-4D67-9E1A-A0B38685A0D7}" srcOrd="3" destOrd="0" presId="urn:microsoft.com/office/officeart/2018/2/layout/IconLabelDescriptionList"/>
    <dgm:cxn modelId="{3427B575-C6DD-4523-B877-C6D8D78087AF}" type="presParOf" srcId="{BE86EF32-3C45-41BA-9CCC-983499E58E6C}" destId="{EE581038-56CA-407D-A259-E5A11B4B2C6E}" srcOrd="4" destOrd="0" presId="urn:microsoft.com/office/officeart/2018/2/layout/IconLabelDescriptionList"/>
    <dgm:cxn modelId="{4754CCC1-A19D-4B4C-982F-89C512742AC6}" type="presParOf" srcId="{02CC55DB-33FA-4950-96BF-BAC3EAEAC63A}" destId="{510F766A-A6B1-478A-BC2B-039F6EBF9619}" srcOrd="1" destOrd="0" presId="urn:microsoft.com/office/officeart/2018/2/layout/IconLabelDescriptionList"/>
    <dgm:cxn modelId="{DC141CB3-174E-4F80-A04B-B858D98ECBA4}" type="presParOf" srcId="{02CC55DB-33FA-4950-96BF-BAC3EAEAC63A}" destId="{4417F9D6-A4CB-42EA-BB92-0B72B76DACC0}" srcOrd="2" destOrd="0" presId="urn:microsoft.com/office/officeart/2018/2/layout/IconLabelDescriptionList"/>
    <dgm:cxn modelId="{EAC6FDB9-C685-4838-B1EA-8CA0C90C0B55}" type="presParOf" srcId="{4417F9D6-A4CB-42EA-BB92-0B72B76DACC0}" destId="{CF38F775-6ECB-454C-9E23-EBB9FE4F6929}" srcOrd="0" destOrd="0" presId="urn:microsoft.com/office/officeart/2018/2/layout/IconLabelDescriptionList"/>
    <dgm:cxn modelId="{03F709C9-A8F2-40B9-B95D-F241834F642C}" type="presParOf" srcId="{4417F9D6-A4CB-42EA-BB92-0B72B76DACC0}" destId="{58AF00D0-C419-4A4C-8E47-7E51FA9A8B42}" srcOrd="1" destOrd="0" presId="urn:microsoft.com/office/officeart/2018/2/layout/IconLabelDescriptionList"/>
    <dgm:cxn modelId="{31552D05-10AC-4538-A7CF-1818FB3BAD4C}" type="presParOf" srcId="{4417F9D6-A4CB-42EA-BB92-0B72B76DACC0}" destId="{76477359-20D1-4FB8-A226-F06DFB2800D2}" srcOrd="2" destOrd="0" presId="urn:microsoft.com/office/officeart/2018/2/layout/IconLabelDescriptionList"/>
    <dgm:cxn modelId="{52A4DC64-9CC6-491B-9516-9F7EB6A7111F}" type="presParOf" srcId="{4417F9D6-A4CB-42EA-BB92-0B72B76DACC0}" destId="{ED841D97-EE28-424D-A384-60F15AC2EC79}" srcOrd="3" destOrd="0" presId="urn:microsoft.com/office/officeart/2018/2/layout/IconLabelDescriptionList"/>
    <dgm:cxn modelId="{F3353B02-502F-44D1-94D6-61774602361B}" type="presParOf" srcId="{4417F9D6-A4CB-42EA-BB92-0B72B76DACC0}" destId="{EC67B5DF-2121-42CD-9599-EBD512F8E2E7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60F1FF4-E154-4A8F-BA78-F763DC0B95C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B30F713-19A4-4D06-8A1D-A71FE0CAE864}">
      <dgm:prSet/>
      <dgm:spPr/>
      <dgm:t>
        <a:bodyPr/>
        <a:lstStyle/>
        <a:p>
          <a:r>
            <a:rPr lang="en-GB"/>
            <a:t>Semi-structured interviews</a:t>
          </a:r>
          <a:endParaRPr lang="en-US"/>
        </a:p>
      </dgm:t>
    </dgm:pt>
    <dgm:pt modelId="{C07BDA09-B011-4858-95E5-563BE6944D4E}" type="parTrans" cxnId="{A2F0AA97-BB28-42C4-90EB-D6A634DB66C8}">
      <dgm:prSet/>
      <dgm:spPr/>
      <dgm:t>
        <a:bodyPr/>
        <a:lstStyle/>
        <a:p>
          <a:endParaRPr lang="en-US"/>
        </a:p>
      </dgm:t>
    </dgm:pt>
    <dgm:pt modelId="{F0F1C502-7D5E-4A33-8EC1-A5F8BC3ED59D}" type="sibTrans" cxnId="{A2F0AA97-BB28-42C4-90EB-D6A634DB66C8}">
      <dgm:prSet/>
      <dgm:spPr/>
      <dgm:t>
        <a:bodyPr/>
        <a:lstStyle/>
        <a:p>
          <a:endParaRPr lang="en-US"/>
        </a:p>
      </dgm:t>
    </dgm:pt>
    <dgm:pt modelId="{21215917-7355-453B-AD1C-B0A1BDD108AC}">
      <dgm:prSet/>
      <dgm:spPr/>
      <dgm:t>
        <a:bodyPr/>
        <a:lstStyle/>
        <a:p>
          <a:r>
            <a:rPr lang="en-GB"/>
            <a:t>IT professionals</a:t>
          </a:r>
          <a:endParaRPr lang="en-US"/>
        </a:p>
      </dgm:t>
    </dgm:pt>
    <dgm:pt modelId="{67C46D02-0053-492E-8E2B-1A3092D9E6B5}" type="parTrans" cxnId="{5F7F833F-5BC6-4911-AD64-AE4576718417}">
      <dgm:prSet/>
      <dgm:spPr/>
      <dgm:t>
        <a:bodyPr/>
        <a:lstStyle/>
        <a:p>
          <a:endParaRPr lang="en-US"/>
        </a:p>
      </dgm:t>
    </dgm:pt>
    <dgm:pt modelId="{0D43754B-255C-43FA-A8CF-6C78FF0882F4}" type="sibTrans" cxnId="{5F7F833F-5BC6-4911-AD64-AE4576718417}">
      <dgm:prSet/>
      <dgm:spPr/>
      <dgm:t>
        <a:bodyPr/>
        <a:lstStyle/>
        <a:p>
          <a:endParaRPr lang="en-US"/>
        </a:p>
      </dgm:t>
    </dgm:pt>
    <dgm:pt modelId="{C7521DDB-1C96-44F5-90F5-971A68F327E1}">
      <dgm:prSet/>
      <dgm:spPr/>
      <dgm:t>
        <a:bodyPr/>
        <a:lstStyle/>
        <a:p>
          <a:r>
            <a:rPr lang="en-GB"/>
            <a:t>8–12 participants</a:t>
          </a:r>
          <a:endParaRPr lang="en-US"/>
        </a:p>
      </dgm:t>
    </dgm:pt>
    <dgm:pt modelId="{23D0B5DD-0DCA-4972-8C97-FF1F71E30D87}" type="parTrans" cxnId="{EA5027F2-5CAE-4EB5-97E8-BA7AB68D49A2}">
      <dgm:prSet/>
      <dgm:spPr/>
      <dgm:t>
        <a:bodyPr/>
        <a:lstStyle/>
        <a:p>
          <a:endParaRPr lang="en-US"/>
        </a:p>
      </dgm:t>
    </dgm:pt>
    <dgm:pt modelId="{5B956F9B-E788-4BCC-9651-093C97EFF940}" type="sibTrans" cxnId="{EA5027F2-5CAE-4EB5-97E8-BA7AB68D49A2}">
      <dgm:prSet/>
      <dgm:spPr/>
      <dgm:t>
        <a:bodyPr/>
        <a:lstStyle/>
        <a:p>
          <a:endParaRPr lang="en-US"/>
        </a:p>
      </dgm:t>
    </dgm:pt>
    <dgm:pt modelId="{0FC737F7-5AFD-4840-B5A6-29867D89A5B6}">
      <dgm:prSet/>
      <dgm:spPr/>
      <dgm:t>
        <a:bodyPr/>
        <a:lstStyle/>
        <a:p>
          <a:r>
            <a:rPr lang="en-GB"/>
            <a:t>Diverse roles &amp; organisations</a:t>
          </a:r>
          <a:endParaRPr lang="en-US"/>
        </a:p>
      </dgm:t>
    </dgm:pt>
    <dgm:pt modelId="{6B218B2B-E5E9-4D90-9944-77A4500D1526}" type="parTrans" cxnId="{DDBF964D-2018-44B1-8171-A81C9C3CCBCA}">
      <dgm:prSet/>
      <dgm:spPr/>
      <dgm:t>
        <a:bodyPr/>
        <a:lstStyle/>
        <a:p>
          <a:endParaRPr lang="en-US"/>
        </a:p>
      </dgm:t>
    </dgm:pt>
    <dgm:pt modelId="{871FF453-50DF-4812-A73C-01559CB3ED2C}" type="sibTrans" cxnId="{DDBF964D-2018-44B1-8171-A81C9C3CCBCA}">
      <dgm:prSet/>
      <dgm:spPr/>
      <dgm:t>
        <a:bodyPr/>
        <a:lstStyle/>
        <a:p>
          <a:endParaRPr lang="en-US"/>
        </a:p>
      </dgm:t>
    </dgm:pt>
    <dgm:pt modelId="{69947D2E-4738-40A0-B466-D563FD90FB25}" type="pres">
      <dgm:prSet presAssocID="{260F1FF4-E154-4A8F-BA78-F763DC0B95CF}" presName="root" presStyleCnt="0">
        <dgm:presLayoutVars>
          <dgm:dir/>
          <dgm:resizeHandles val="exact"/>
        </dgm:presLayoutVars>
      </dgm:prSet>
      <dgm:spPr/>
    </dgm:pt>
    <dgm:pt modelId="{D0A674E3-58A2-44D9-912F-1185655B27B3}" type="pres">
      <dgm:prSet presAssocID="{AB30F713-19A4-4D06-8A1D-A71FE0CAE864}" presName="compNode" presStyleCnt="0"/>
      <dgm:spPr/>
    </dgm:pt>
    <dgm:pt modelId="{86346822-60D4-4FE4-8680-643A58E7494C}" type="pres">
      <dgm:prSet presAssocID="{AB30F713-19A4-4D06-8A1D-A71FE0CAE864}" presName="bgRect" presStyleLbl="bgShp" presStyleIdx="0" presStyleCnt="4"/>
      <dgm:spPr/>
    </dgm:pt>
    <dgm:pt modelId="{9770C0F0-163A-48D2-AF38-048E5C261C41}" type="pres">
      <dgm:prSet presAssocID="{AB30F713-19A4-4D06-8A1D-A71FE0CAE86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g"/>
        </a:ext>
      </dgm:extLst>
    </dgm:pt>
    <dgm:pt modelId="{C88814C4-2173-463F-B174-B9C9CB367E91}" type="pres">
      <dgm:prSet presAssocID="{AB30F713-19A4-4D06-8A1D-A71FE0CAE864}" presName="spaceRect" presStyleCnt="0"/>
      <dgm:spPr/>
    </dgm:pt>
    <dgm:pt modelId="{D254C3AC-07B1-4091-9EAE-1D15082574B0}" type="pres">
      <dgm:prSet presAssocID="{AB30F713-19A4-4D06-8A1D-A71FE0CAE864}" presName="parTx" presStyleLbl="revTx" presStyleIdx="0" presStyleCnt="4">
        <dgm:presLayoutVars>
          <dgm:chMax val="0"/>
          <dgm:chPref val="0"/>
        </dgm:presLayoutVars>
      </dgm:prSet>
      <dgm:spPr/>
    </dgm:pt>
    <dgm:pt modelId="{D2D20CFD-BA66-4C2B-9CEF-FBD8BDBB609B}" type="pres">
      <dgm:prSet presAssocID="{F0F1C502-7D5E-4A33-8EC1-A5F8BC3ED59D}" presName="sibTrans" presStyleCnt="0"/>
      <dgm:spPr/>
    </dgm:pt>
    <dgm:pt modelId="{706841AF-1688-48AD-866D-03808EA650E1}" type="pres">
      <dgm:prSet presAssocID="{21215917-7355-453B-AD1C-B0A1BDD108AC}" presName="compNode" presStyleCnt="0"/>
      <dgm:spPr/>
    </dgm:pt>
    <dgm:pt modelId="{E8191747-E027-417C-B957-1B603EB9A4A5}" type="pres">
      <dgm:prSet presAssocID="{21215917-7355-453B-AD1C-B0A1BDD108AC}" presName="bgRect" presStyleLbl="bgShp" presStyleIdx="1" presStyleCnt="4"/>
      <dgm:spPr/>
    </dgm:pt>
    <dgm:pt modelId="{BEC467C8-438B-4F52-A061-31E6C9D92F85}" type="pres">
      <dgm:prSet presAssocID="{21215917-7355-453B-AD1C-B0A1BDD108A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M Customer Insights App"/>
        </a:ext>
      </dgm:extLst>
    </dgm:pt>
    <dgm:pt modelId="{95E6CF8A-2828-4E55-8645-E67F04E28EC8}" type="pres">
      <dgm:prSet presAssocID="{21215917-7355-453B-AD1C-B0A1BDD108AC}" presName="spaceRect" presStyleCnt="0"/>
      <dgm:spPr/>
    </dgm:pt>
    <dgm:pt modelId="{AC5CAA63-0061-4332-A169-766364901652}" type="pres">
      <dgm:prSet presAssocID="{21215917-7355-453B-AD1C-B0A1BDD108AC}" presName="parTx" presStyleLbl="revTx" presStyleIdx="1" presStyleCnt="4">
        <dgm:presLayoutVars>
          <dgm:chMax val="0"/>
          <dgm:chPref val="0"/>
        </dgm:presLayoutVars>
      </dgm:prSet>
      <dgm:spPr/>
    </dgm:pt>
    <dgm:pt modelId="{D328872F-B48E-4599-8399-DB830A59E616}" type="pres">
      <dgm:prSet presAssocID="{0D43754B-255C-43FA-A8CF-6C78FF0882F4}" presName="sibTrans" presStyleCnt="0"/>
      <dgm:spPr/>
    </dgm:pt>
    <dgm:pt modelId="{16A307E7-C617-48FD-894A-14A34EE88C70}" type="pres">
      <dgm:prSet presAssocID="{C7521DDB-1C96-44F5-90F5-971A68F327E1}" presName="compNode" presStyleCnt="0"/>
      <dgm:spPr/>
    </dgm:pt>
    <dgm:pt modelId="{1A1E0891-9785-4D3D-A2DC-76B0CEF3543C}" type="pres">
      <dgm:prSet presAssocID="{C7521DDB-1C96-44F5-90F5-971A68F327E1}" presName="bgRect" presStyleLbl="bgShp" presStyleIdx="2" presStyleCnt="4"/>
      <dgm:spPr/>
    </dgm:pt>
    <dgm:pt modelId="{E9800B00-C9B2-4801-A8A9-F0D7B42B5010}" type="pres">
      <dgm:prSet presAssocID="{C7521DDB-1C96-44F5-90F5-971A68F327E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tionary Remove"/>
        </a:ext>
      </dgm:extLst>
    </dgm:pt>
    <dgm:pt modelId="{6F19148C-1F35-4485-A6D1-A54DDFEDE047}" type="pres">
      <dgm:prSet presAssocID="{C7521DDB-1C96-44F5-90F5-971A68F327E1}" presName="spaceRect" presStyleCnt="0"/>
      <dgm:spPr/>
    </dgm:pt>
    <dgm:pt modelId="{F052AF04-543F-4DCA-B990-4F00FF6904FB}" type="pres">
      <dgm:prSet presAssocID="{C7521DDB-1C96-44F5-90F5-971A68F327E1}" presName="parTx" presStyleLbl="revTx" presStyleIdx="2" presStyleCnt="4">
        <dgm:presLayoutVars>
          <dgm:chMax val="0"/>
          <dgm:chPref val="0"/>
        </dgm:presLayoutVars>
      </dgm:prSet>
      <dgm:spPr/>
    </dgm:pt>
    <dgm:pt modelId="{8D23C404-8C93-4876-8B65-1894DE923847}" type="pres">
      <dgm:prSet presAssocID="{5B956F9B-E788-4BCC-9651-093C97EFF940}" presName="sibTrans" presStyleCnt="0"/>
      <dgm:spPr/>
    </dgm:pt>
    <dgm:pt modelId="{12E5FAC6-D169-48EE-AA9F-D4566411971F}" type="pres">
      <dgm:prSet presAssocID="{0FC737F7-5AFD-4840-B5A6-29867D89A5B6}" presName="compNode" presStyleCnt="0"/>
      <dgm:spPr/>
    </dgm:pt>
    <dgm:pt modelId="{6B89B2BB-E528-4B74-9663-815F5FA9D9E7}" type="pres">
      <dgm:prSet presAssocID="{0FC737F7-5AFD-4840-B5A6-29867D89A5B6}" presName="bgRect" presStyleLbl="bgShp" presStyleIdx="3" presStyleCnt="4"/>
      <dgm:spPr/>
    </dgm:pt>
    <dgm:pt modelId="{23C78582-CD70-4512-8BF5-8AFDBBD96DB6}" type="pres">
      <dgm:prSet presAssocID="{0FC737F7-5AFD-4840-B5A6-29867D89A5B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rg"/>
        </a:ext>
      </dgm:extLst>
    </dgm:pt>
    <dgm:pt modelId="{73F0F556-423F-4254-B8CE-6381C0036BC9}" type="pres">
      <dgm:prSet presAssocID="{0FC737F7-5AFD-4840-B5A6-29867D89A5B6}" presName="spaceRect" presStyleCnt="0"/>
      <dgm:spPr/>
    </dgm:pt>
    <dgm:pt modelId="{EFD70DE6-B580-4135-9F9E-0800E2A1E213}" type="pres">
      <dgm:prSet presAssocID="{0FC737F7-5AFD-4840-B5A6-29867D89A5B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F7F833F-5BC6-4911-AD64-AE4576718417}" srcId="{260F1FF4-E154-4A8F-BA78-F763DC0B95CF}" destId="{21215917-7355-453B-AD1C-B0A1BDD108AC}" srcOrd="1" destOrd="0" parTransId="{67C46D02-0053-492E-8E2B-1A3092D9E6B5}" sibTransId="{0D43754B-255C-43FA-A8CF-6C78FF0882F4}"/>
    <dgm:cxn modelId="{25577867-D450-46FD-AD16-9A0B738956C0}" type="presOf" srcId="{260F1FF4-E154-4A8F-BA78-F763DC0B95CF}" destId="{69947D2E-4738-40A0-B466-D563FD90FB25}" srcOrd="0" destOrd="0" presId="urn:microsoft.com/office/officeart/2018/2/layout/IconVerticalSolidList"/>
    <dgm:cxn modelId="{DDBF964D-2018-44B1-8171-A81C9C3CCBCA}" srcId="{260F1FF4-E154-4A8F-BA78-F763DC0B95CF}" destId="{0FC737F7-5AFD-4840-B5A6-29867D89A5B6}" srcOrd="3" destOrd="0" parTransId="{6B218B2B-E5E9-4D90-9944-77A4500D1526}" sibTransId="{871FF453-50DF-4812-A73C-01559CB3ED2C}"/>
    <dgm:cxn modelId="{A199257B-7AEA-424D-B90D-D7ED664BBC93}" type="presOf" srcId="{AB30F713-19A4-4D06-8A1D-A71FE0CAE864}" destId="{D254C3AC-07B1-4091-9EAE-1D15082574B0}" srcOrd="0" destOrd="0" presId="urn:microsoft.com/office/officeart/2018/2/layout/IconVerticalSolidList"/>
    <dgm:cxn modelId="{A2F0AA97-BB28-42C4-90EB-D6A634DB66C8}" srcId="{260F1FF4-E154-4A8F-BA78-F763DC0B95CF}" destId="{AB30F713-19A4-4D06-8A1D-A71FE0CAE864}" srcOrd="0" destOrd="0" parTransId="{C07BDA09-B011-4858-95E5-563BE6944D4E}" sibTransId="{F0F1C502-7D5E-4A33-8EC1-A5F8BC3ED59D}"/>
    <dgm:cxn modelId="{9C337D9F-8922-4EC6-9025-4CBCA53E8C0C}" type="presOf" srcId="{0FC737F7-5AFD-4840-B5A6-29867D89A5B6}" destId="{EFD70DE6-B580-4135-9F9E-0800E2A1E213}" srcOrd="0" destOrd="0" presId="urn:microsoft.com/office/officeart/2018/2/layout/IconVerticalSolidList"/>
    <dgm:cxn modelId="{6B23ABC6-132E-4927-8929-BBCB62891731}" type="presOf" srcId="{C7521DDB-1C96-44F5-90F5-971A68F327E1}" destId="{F052AF04-543F-4DCA-B990-4F00FF6904FB}" srcOrd="0" destOrd="0" presId="urn:microsoft.com/office/officeart/2018/2/layout/IconVerticalSolidList"/>
    <dgm:cxn modelId="{F5004BDD-D2E8-475C-BA81-134CC7766891}" type="presOf" srcId="{21215917-7355-453B-AD1C-B0A1BDD108AC}" destId="{AC5CAA63-0061-4332-A169-766364901652}" srcOrd="0" destOrd="0" presId="urn:microsoft.com/office/officeart/2018/2/layout/IconVerticalSolidList"/>
    <dgm:cxn modelId="{EA5027F2-5CAE-4EB5-97E8-BA7AB68D49A2}" srcId="{260F1FF4-E154-4A8F-BA78-F763DC0B95CF}" destId="{C7521DDB-1C96-44F5-90F5-971A68F327E1}" srcOrd="2" destOrd="0" parTransId="{23D0B5DD-0DCA-4972-8C97-FF1F71E30D87}" sibTransId="{5B956F9B-E788-4BCC-9651-093C97EFF940}"/>
    <dgm:cxn modelId="{EFFB3687-DC9D-4CC9-B6A2-160B92EA4AB9}" type="presParOf" srcId="{69947D2E-4738-40A0-B466-D563FD90FB25}" destId="{D0A674E3-58A2-44D9-912F-1185655B27B3}" srcOrd="0" destOrd="0" presId="urn:microsoft.com/office/officeart/2018/2/layout/IconVerticalSolidList"/>
    <dgm:cxn modelId="{F0F07939-B558-4B00-B93D-DC28232D7B12}" type="presParOf" srcId="{D0A674E3-58A2-44D9-912F-1185655B27B3}" destId="{86346822-60D4-4FE4-8680-643A58E7494C}" srcOrd="0" destOrd="0" presId="urn:microsoft.com/office/officeart/2018/2/layout/IconVerticalSolidList"/>
    <dgm:cxn modelId="{B1BE6D7D-A7E4-49E1-8585-8EB1598C686A}" type="presParOf" srcId="{D0A674E3-58A2-44D9-912F-1185655B27B3}" destId="{9770C0F0-163A-48D2-AF38-048E5C261C41}" srcOrd="1" destOrd="0" presId="urn:microsoft.com/office/officeart/2018/2/layout/IconVerticalSolidList"/>
    <dgm:cxn modelId="{6B92D9F5-F783-4160-B208-F7B8922A15EF}" type="presParOf" srcId="{D0A674E3-58A2-44D9-912F-1185655B27B3}" destId="{C88814C4-2173-463F-B174-B9C9CB367E91}" srcOrd="2" destOrd="0" presId="urn:microsoft.com/office/officeart/2018/2/layout/IconVerticalSolidList"/>
    <dgm:cxn modelId="{709C9449-DD3C-4273-9083-7950CA568ADB}" type="presParOf" srcId="{D0A674E3-58A2-44D9-912F-1185655B27B3}" destId="{D254C3AC-07B1-4091-9EAE-1D15082574B0}" srcOrd="3" destOrd="0" presId="urn:microsoft.com/office/officeart/2018/2/layout/IconVerticalSolidList"/>
    <dgm:cxn modelId="{8A77F664-7D2F-4CF9-A8BD-41422936CF04}" type="presParOf" srcId="{69947D2E-4738-40A0-B466-D563FD90FB25}" destId="{D2D20CFD-BA66-4C2B-9CEF-FBD8BDBB609B}" srcOrd="1" destOrd="0" presId="urn:microsoft.com/office/officeart/2018/2/layout/IconVerticalSolidList"/>
    <dgm:cxn modelId="{C31540D2-A5F7-43C4-81DA-F2778A15C6A0}" type="presParOf" srcId="{69947D2E-4738-40A0-B466-D563FD90FB25}" destId="{706841AF-1688-48AD-866D-03808EA650E1}" srcOrd="2" destOrd="0" presId="urn:microsoft.com/office/officeart/2018/2/layout/IconVerticalSolidList"/>
    <dgm:cxn modelId="{41CC78EF-6DB8-4791-8E6D-E5D84AACFDBA}" type="presParOf" srcId="{706841AF-1688-48AD-866D-03808EA650E1}" destId="{E8191747-E027-417C-B957-1B603EB9A4A5}" srcOrd="0" destOrd="0" presId="urn:microsoft.com/office/officeart/2018/2/layout/IconVerticalSolidList"/>
    <dgm:cxn modelId="{6F386B4E-9B12-4435-BA28-305D027C0FB4}" type="presParOf" srcId="{706841AF-1688-48AD-866D-03808EA650E1}" destId="{BEC467C8-438B-4F52-A061-31E6C9D92F85}" srcOrd="1" destOrd="0" presId="urn:microsoft.com/office/officeart/2018/2/layout/IconVerticalSolidList"/>
    <dgm:cxn modelId="{9EC48669-C24C-4585-AD0D-398CBDE098F0}" type="presParOf" srcId="{706841AF-1688-48AD-866D-03808EA650E1}" destId="{95E6CF8A-2828-4E55-8645-E67F04E28EC8}" srcOrd="2" destOrd="0" presId="urn:microsoft.com/office/officeart/2018/2/layout/IconVerticalSolidList"/>
    <dgm:cxn modelId="{B2A20A6C-E859-4208-81AE-39785A5000BA}" type="presParOf" srcId="{706841AF-1688-48AD-866D-03808EA650E1}" destId="{AC5CAA63-0061-4332-A169-766364901652}" srcOrd="3" destOrd="0" presId="urn:microsoft.com/office/officeart/2018/2/layout/IconVerticalSolidList"/>
    <dgm:cxn modelId="{C720854C-122A-48C5-A8F5-67E2344775AC}" type="presParOf" srcId="{69947D2E-4738-40A0-B466-D563FD90FB25}" destId="{D328872F-B48E-4599-8399-DB830A59E616}" srcOrd="3" destOrd="0" presId="urn:microsoft.com/office/officeart/2018/2/layout/IconVerticalSolidList"/>
    <dgm:cxn modelId="{F64965B1-6A20-4225-A9CE-360F9F912F58}" type="presParOf" srcId="{69947D2E-4738-40A0-B466-D563FD90FB25}" destId="{16A307E7-C617-48FD-894A-14A34EE88C70}" srcOrd="4" destOrd="0" presId="urn:microsoft.com/office/officeart/2018/2/layout/IconVerticalSolidList"/>
    <dgm:cxn modelId="{E9898B16-3D3C-4AF4-BB85-E7E6C59DDB4A}" type="presParOf" srcId="{16A307E7-C617-48FD-894A-14A34EE88C70}" destId="{1A1E0891-9785-4D3D-A2DC-76B0CEF3543C}" srcOrd="0" destOrd="0" presId="urn:microsoft.com/office/officeart/2018/2/layout/IconVerticalSolidList"/>
    <dgm:cxn modelId="{A8FCA62D-E85F-457B-8399-D2EEF02AD982}" type="presParOf" srcId="{16A307E7-C617-48FD-894A-14A34EE88C70}" destId="{E9800B00-C9B2-4801-A8A9-F0D7B42B5010}" srcOrd="1" destOrd="0" presId="urn:microsoft.com/office/officeart/2018/2/layout/IconVerticalSolidList"/>
    <dgm:cxn modelId="{F54B8872-93F3-4A97-AD81-18BB699AA293}" type="presParOf" srcId="{16A307E7-C617-48FD-894A-14A34EE88C70}" destId="{6F19148C-1F35-4485-A6D1-A54DDFEDE047}" srcOrd="2" destOrd="0" presId="urn:microsoft.com/office/officeart/2018/2/layout/IconVerticalSolidList"/>
    <dgm:cxn modelId="{CEF2DF9D-AA93-4912-BF31-0D9DB163CBB6}" type="presParOf" srcId="{16A307E7-C617-48FD-894A-14A34EE88C70}" destId="{F052AF04-543F-4DCA-B990-4F00FF6904FB}" srcOrd="3" destOrd="0" presId="urn:microsoft.com/office/officeart/2018/2/layout/IconVerticalSolidList"/>
    <dgm:cxn modelId="{566CA9B2-37BB-46AB-A399-D36FB2DAE520}" type="presParOf" srcId="{69947D2E-4738-40A0-B466-D563FD90FB25}" destId="{8D23C404-8C93-4876-8B65-1894DE923847}" srcOrd="5" destOrd="0" presId="urn:microsoft.com/office/officeart/2018/2/layout/IconVerticalSolidList"/>
    <dgm:cxn modelId="{F773DDAF-878A-48E0-B8AF-8DC3CA91F72E}" type="presParOf" srcId="{69947D2E-4738-40A0-B466-D563FD90FB25}" destId="{12E5FAC6-D169-48EE-AA9F-D4566411971F}" srcOrd="6" destOrd="0" presId="urn:microsoft.com/office/officeart/2018/2/layout/IconVerticalSolidList"/>
    <dgm:cxn modelId="{EFA7AD89-115C-4FE8-81BE-73EB6CF8CF2F}" type="presParOf" srcId="{12E5FAC6-D169-48EE-AA9F-D4566411971F}" destId="{6B89B2BB-E528-4B74-9663-815F5FA9D9E7}" srcOrd="0" destOrd="0" presId="urn:microsoft.com/office/officeart/2018/2/layout/IconVerticalSolidList"/>
    <dgm:cxn modelId="{11FF66AC-61B8-4D42-8E2A-1FAAF6308360}" type="presParOf" srcId="{12E5FAC6-D169-48EE-AA9F-D4566411971F}" destId="{23C78582-CD70-4512-8BF5-8AFDBBD96DB6}" srcOrd="1" destOrd="0" presId="urn:microsoft.com/office/officeart/2018/2/layout/IconVerticalSolidList"/>
    <dgm:cxn modelId="{5F2B9FDC-67A0-4313-81B5-D984F7ECEB1A}" type="presParOf" srcId="{12E5FAC6-D169-48EE-AA9F-D4566411971F}" destId="{73F0F556-423F-4254-B8CE-6381C0036BC9}" srcOrd="2" destOrd="0" presId="urn:microsoft.com/office/officeart/2018/2/layout/IconVerticalSolidList"/>
    <dgm:cxn modelId="{1242ACB8-41C1-40F7-9170-E699563614BC}" type="presParOf" srcId="{12E5FAC6-D169-48EE-AA9F-D4566411971F}" destId="{EFD70DE6-B580-4135-9F9E-0800E2A1E21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8809CF7-7A88-4C0E-9EEF-18F2957EA69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5BF117C-2E68-471E-BD0B-85DB35ABB4BC}">
      <dgm:prSet/>
      <dgm:spPr/>
      <dgm:t>
        <a:bodyPr/>
        <a:lstStyle/>
        <a:p>
          <a:pPr>
            <a:defRPr cap="all"/>
          </a:pPr>
          <a:r>
            <a:rPr lang="en-GB"/>
            <a:t>Thematic analysis</a:t>
          </a:r>
          <a:endParaRPr lang="en-US"/>
        </a:p>
      </dgm:t>
    </dgm:pt>
    <dgm:pt modelId="{768B2263-A898-47CB-BD23-48C5A590F374}" type="parTrans" cxnId="{31928CAC-6EAC-4C6A-A580-391EE2D7AFB0}">
      <dgm:prSet/>
      <dgm:spPr/>
      <dgm:t>
        <a:bodyPr/>
        <a:lstStyle/>
        <a:p>
          <a:endParaRPr lang="en-US"/>
        </a:p>
      </dgm:t>
    </dgm:pt>
    <dgm:pt modelId="{3AA67252-ED6D-4CFC-807A-161622495F62}" type="sibTrans" cxnId="{31928CAC-6EAC-4C6A-A580-391EE2D7AFB0}">
      <dgm:prSet/>
      <dgm:spPr/>
      <dgm:t>
        <a:bodyPr/>
        <a:lstStyle/>
        <a:p>
          <a:endParaRPr lang="en-US"/>
        </a:p>
      </dgm:t>
    </dgm:pt>
    <dgm:pt modelId="{544BA376-5372-4DD9-B474-B95FF5FD6CD6}">
      <dgm:prSet/>
      <dgm:spPr/>
      <dgm:t>
        <a:bodyPr/>
        <a:lstStyle/>
        <a:p>
          <a:pPr>
            <a:defRPr cap="all"/>
          </a:pPr>
          <a:r>
            <a:rPr lang="en-GB"/>
            <a:t>Coding → themes</a:t>
          </a:r>
          <a:endParaRPr lang="en-US"/>
        </a:p>
      </dgm:t>
    </dgm:pt>
    <dgm:pt modelId="{9D697D80-8AF5-4B81-BAC8-5730693D6B3D}" type="parTrans" cxnId="{88C13C3C-09AE-48E9-8D66-7655ECCB2123}">
      <dgm:prSet/>
      <dgm:spPr/>
      <dgm:t>
        <a:bodyPr/>
        <a:lstStyle/>
        <a:p>
          <a:endParaRPr lang="en-US"/>
        </a:p>
      </dgm:t>
    </dgm:pt>
    <dgm:pt modelId="{E33491CA-EEF0-4E08-B76A-E368074940FF}" type="sibTrans" cxnId="{88C13C3C-09AE-48E9-8D66-7655ECCB2123}">
      <dgm:prSet/>
      <dgm:spPr/>
      <dgm:t>
        <a:bodyPr/>
        <a:lstStyle/>
        <a:p>
          <a:endParaRPr lang="en-US"/>
        </a:p>
      </dgm:t>
    </dgm:pt>
    <dgm:pt modelId="{AB289D14-53AC-48D8-83E8-B9FB9DA61891}">
      <dgm:prSet/>
      <dgm:spPr/>
      <dgm:t>
        <a:bodyPr/>
        <a:lstStyle/>
        <a:p>
          <a:pPr>
            <a:defRPr cap="all"/>
          </a:pPr>
          <a:r>
            <a:rPr lang="en-GB"/>
            <a:t>Security &amp; efficiency themes</a:t>
          </a:r>
          <a:endParaRPr lang="en-US"/>
        </a:p>
      </dgm:t>
    </dgm:pt>
    <dgm:pt modelId="{0A0ECB89-9E49-4051-BCE3-F47084FC0529}" type="parTrans" cxnId="{6E5A25B5-01F3-426A-883C-88587665534A}">
      <dgm:prSet/>
      <dgm:spPr/>
      <dgm:t>
        <a:bodyPr/>
        <a:lstStyle/>
        <a:p>
          <a:endParaRPr lang="en-US"/>
        </a:p>
      </dgm:t>
    </dgm:pt>
    <dgm:pt modelId="{D0DD7A84-9BD9-4C31-8834-A659CE17C5BA}" type="sibTrans" cxnId="{6E5A25B5-01F3-426A-883C-88587665534A}">
      <dgm:prSet/>
      <dgm:spPr/>
      <dgm:t>
        <a:bodyPr/>
        <a:lstStyle/>
        <a:p>
          <a:endParaRPr lang="en-US"/>
        </a:p>
      </dgm:t>
    </dgm:pt>
    <dgm:pt modelId="{A34FF45E-2792-46DB-93BD-9B31C585B721}" type="pres">
      <dgm:prSet presAssocID="{F8809CF7-7A88-4C0E-9EEF-18F2957EA69F}" presName="root" presStyleCnt="0">
        <dgm:presLayoutVars>
          <dgm:dir/>
          <dgm:resizeHandles val="exact"/>
        </dgm:presLayoutVars>
      </dgm:prSet>
      <dgm:spPr/>
    </dgm:pt>
    <dgm:pt modelId="{70A23714-DF8A-4334-9222-E874DCDA34B6}" type="pres">
      <dgm:prSet presAssocID="{95BF117C-2E68-471E-BD0B-85DB35ABB4BC}" presName="compNode" presStyleCnt="0"/>
      <dgm:spPr/>
    </dgm:pt>
    <dgm:pt modelId="{3BEA7737-E252-4EE9-8B6A-644B7B7E8300}" type="pres">
      <dgm:prSet presAssocID="{95BF117C-2E68-471E-BD0B-85DB35ABB4BC}" presName="iconBgRect" presStyleLbl="bgShp" presStyleIdx="0" presStyleCnt="3"/>
      <dgm:spPr/>
    </dgm:pt>
    <dgm:pt modelId="{50D04DCA-F7C6-4642-8838-A1130C18CFAE}" type="pres">
      <dgm:prSet presAssocID="{95BF117C-2E68-471E-BD0B-85DB35ABB4B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BE06209D-7982-4B8A-AD83-C6F52492B3C7}" type="pres">
      <dgm:prSet presAssocID="{95BF117C-2E68-471E-BD0B-85DB35ABB4BC}" presName="spaceRect" presStyleCnt="0"/>
      <dgm:spPr/>
    </dgm:pt>
    <dgm:pt modelId="{3A535165-3436-48E1-9CB7-BD27779DE82C}" type="pres">
      <dgm:prSet presAssocID="{95BF117C-2E68-471E-BD0B-85DB35ABB4BC}" presName="textRect" presStyleLbl="revTx" presStyleIdx="0" presStyleCnt="3">
        <dgm:presLayoutVars>
          <dgm:chMax val="1"/>
          <dgm:chPref val="1"/>
        </dgm:presLayoutVars>
      </dgm:prSet>
      <dgm:spPr/>
    </dgm:pt>
    <dgm:pt modelId="{12E3D0DF-0978-48B7-8091-EB7DE981FEA7}" type="pres">
      <dgm:prSet presAssocID="{3AA67252-ED6D-4CFC-807A-161622495F62}" presName="sibTrans" presStyleCnt="0"/>
      <dgm:spPr/>
    </dgm:pt>
    <dgm:pt modelId="{91E6289F-47A8-4F68-815F-C4EB150DD687}" type="pres">
      <dgm:prSet presAssocID="{544BA376-5372-4DD9-B474-B95FF5FD6CD6}" presName="compNode" presStyleCnt="0"/>
      <dgm:spPr/>
    </dgm:pt>
    <dgm:pt modelId="{B40E349A-E05C-4FE2-83DC-66B9E575806D}" type="pres">
      <dgm:prSet presAssocID="{544BA376-5372-4DD9-B474-B95FF5FD6CD6}" presName="iconBgRect" presStyleLbl="bgShp" presStyleIdx="1" presStyleCnt="3"/>
      <dgm:spPr/>
    </dgm:pt>
    <dgm:pt modelId="{45F7B374-64FF-4A11-9B8A-9A01A4F0555C}" type="pres">
      <dgm:prSet presAssocID="{544BA376-5372-4DD9-B474-B95FF5FD6CD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D7569831-24EE-457B-915C-BA6802458B8D}" type="pres">
      <dgm:prSet presAssocID="{544BA376-5372-4DD9-B474-B95FF5FD6CD6}" presName="spaceRect" presStyleCnt="0"/>
      <dgm:spPr/>
    </dgm:pt>
    <dgm:pt modelId="{DA761901-9C0F-4A81-B615-8A1C95140B66}" type="pres">
      <dgm:prSet presAssocID="{544BA376-5372-4DD9-B474-B95FF5FD6CD6}" presName="textRect" presStyleLbl="revTx" presStyleIdx="1" presStyleCnt="3">
        <dgm:presLayoutVars>
          <dgm:chMax val="1"/>
          <dgm:chPref val="1"/>
        </dgm:presLayoutVars>
      </dgm:prSet>
      <dgm:spPr/>
    </dgm:pt>
    <dgm:pt modelId="{EC716FCC-F6D1-43FB-A5D2-F73F8E53AF17}" type="pres">
      <dgm:prSet presAssocID="{E33491CA-EEF0-4E08-B76A-E368074940FF}" presName="sibTrans" presStyleCnt="0"/>
      <dgm:spPr/>
    </dgm:pt>
    <dgm:pt modelId="{5E5D5A4D-FA70-457D-8EB9-B47CC9108C5F}" type="pres">
      <dgm:prSet presAssocID="{AB289D14-53AC-48D8-83E8-B9FB9DA61891}" presName="compNode" presStyleCnt="0"/>
      <dgm:spPr/>
    </dgm:pt>
    <dgm:pt modelId="{1D27E1DF-A28D-4536-A288-56B94FF7B946}" type="pres">
      <dgm:prSet presAssocID="{AB289D14-53AC-48D8-83E8-B9FB9DA61891}" presName="iconBgRect" presStyleLbl="bgShp" presStyleIdx="2" presStyleCnt="3"/>
      <dgm:spPr/>
    </dgm:pt>
    <dgm:pt modelId="{4930AB84-FEBB-4996-9477-39BF251D384F}" type="pres">
      <dgm:prSet presAssocID="{AB289D14-53AC-48D8-83E8-B9FB9DA6189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1EDD7BA6-DCBD-4E81-B6B2-D62265697BC1}" type="pres">
      <dgm:prSet presAssocID="{AB289D14-53AC-48D8-83E8-B9FB9DA61891}" presName="spaceRect" presStyleCnt="0"/>
      <dgm:spPr/>
    </dgm:pt>
    <dgm:pt modelId="{3550EAD2-52B3-4BDA-A9C6-2A338FBB03A4}" type="pres">
      <dgm:prSet presAssocID="{AB289D14-53AC-48D8-83E8-B9FB9DA6189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8C13C3C-09AE-48E9-8D66-7655ECCB2123}" srcId="{F8809CF7-7A88-4C0E-9EEF-18F2957EA69F}" destId="{544BA376-5372-4DD9-B474-B95FF5FD6CD6}" srcOrd="1" destOrd="0" parTransId="{9D697D80-8AF5-4B81-BAC8-5730693D6B3D}" sibTransId="{E33491CA-EEF0-4E08-B76A-E368074940FF}"/>
    <dgm:cxn modelId="{F1FCE94F-94EE-4C30-A1B7-557CF9014B37}" type="presOf" srcId="{544BA376-5372-4DD9-B474-B95FF5FD6CD6}" destId="{DA761901-9C0F-4A81-B615-8A1C95140B66}" srcOrd="0" destOrd="0" presId="urn:microsoft.com/office/officeart/2018/5/layout/IconCircleLabelList"/>
    <dgm:cxn modelId="{0BFB9687-9E42-425C-AB80-D02F82F1752D}" type="presOf" srcId="{F8809CF7-7A88-4C0E-9EEF-18F2957EA69F}" destId="{A34FF45E-2792-46DB-93BD-9B31C585B721}" srcOrd="0" destOrd="0" presId="urn:microsoft.com/office/officeart/2018/5/layout/IconCircleLabelList"/>
    <dgm:cxn modelId="{0C8D818B-6282-48B7-AF99-22379D520656}" type="presOf" srcId="{95BF117C-2E68-471E-BD0B-85DB35ABB4BC}" destId="{3A535165-3436-48E1-9CB7-BD27779DE82C}" srcOrd="0" destOrd="0" presId="urn:microsoft.com/office/officeart/2018/5/layout/IconCircleLabelList"/>
    <dgm:cxn modelId="{31928CAC-6EAC-4C6A-A580-391EE2D7AFB0}" srcId="{F8809CF7-7A88-4C0E-9EEF-18F2957EA69F}" destId="{95BF117C-2E68-471E-BD0B-85DB35ABB4BC}" srcOrd="0" destOrd="0" parTransId="{768B2263-A898-47CB-BD23-48C5A590F374}" sibTransId="{3AA67252-ED6D-4CFC-807A-161622495F62}"/>
    <dgm:cxn modelId="{6E5A25B5-01F3-426A-883C-88587665534A}" srcId="{F8809CF7-7A88-4C0E-9EEF-18F2957EA69F}" destId="{AB289D14-53AC-48D8-83E8-B9FB9DA61891}" srcOrd="2" destOrd="0" parTransId="{0A0ECB89-9E49-4051-BCE3-F47084FC0529}" sibTransId="{D0DD7A84-9BD9-4C31-8834-A659CE17C5BA}"/>
    <dgm:cxn modelId="{E66C93F3-4C24-41C2-980F-347ACB24DF0F}" type="presOf" srcId="{AB289D14-53AC-48D8-83E8-B9FB9DA61891}" destId="{3550EAD2-52B3-4BDA-A9C6-2A338FBB03A4}" srcOrd="0" destOrd="0" presId="urn:microsoft.com/office/officeart/2018/5/layout/IconCircleLabelList"/>
    <dgm:cxn modelId="{3EC3E347-68A1-4987-93FA-2A518D000093}" type="presParOf" srcId="{A34FF45E-2792-46DB-93BD-9B31C585B721}" destId="{70A23714-DF8A-4334-9222-E874DCDA34B6}" srcOrd="0" destOrd="0" presId="urn:microsoft.com/office/officeart/2018/5/layout/IconCircleLabelList"/>
    <dgm:cxn modelId="{5360B1D5-6EBC-4365-8DCB-4F915BDC6BB0}" type="presParOf" srcId="{70A23714-DF8A-4334-9222-E874DCDA34B6}" destId="{3BEA7737-E252-4EE9-8B6A-644B7B7E8300}" srcOrd="0" destOrd="0" presId="urn:microsoft.com/office/officeart/2018/5/layout/IconCircleLabelList"/>
    <dgm:cxn modelId="{0E07FBF9-D0F2-485B-9EEF-7039B785035A}" type="presParOf" srcId="{70A23714-DF8A-4334-9222-E874DCDA34B6}" destId="{50D04DCA-F7C6-4642-8838-A1130C18CFAE}" srcOrd="1" destOrd="0" presId="urn:microsoft.com/office/officeart/2018/5/layout/IconCircleLabelList"/>
    <dgm:cxn modelId="{8EBAE13D-F26E-42C8-A663-52A5C03EDF43}" type="presParOf" srcId="{70A23714-DF8A-4334-9222-E874DCDA34B6}" destId="{BE06209D-7982-4B8A-AD83-C6F52492B3C7}" srcOrd="2" destOrd="0" presId="urn:microsoft.com/office/officeart/2018/5/layout/IconCircleLabelList"/>
    <dgm:cxn modelId="{462CE733-4043-4F84-BEA8-F06803083FB7}" type="presParOf" srcId="{70A23714-DF8A-4334-9222-E874DCDA34B6}" destId="{3A535165-3436-48E1-9CB7-BD27779DE82C}" srcOrd="3" destOrd="0" presId="urn:microsoft.com/office/officeart/2018/5/layout/IconCircleLabelList"/>
    <dgm:cxn modelId="{AF49E596-E889-4D0A-857B-0B84E05222E5}" type="presParOf" srcId="{A34FF45E-2792-46DB-93BD-9B31C585B721}" destId="{12E3D0DF-0978-48B7-8091-EB7DE981FEA7}" srcOrd="1" destOrd="0" presId="urn:microsoft.com/office/officeart/2018/5/layout/IconCircleLabelList"/>
    <dgm:cxn modelId="{6FAC35E0-0886-46EC-9AAB-5F7F2D078FAE}" type="presParOf" srcId="{A34FF45E-2792-46DB-93BD-9B31C585B721}" destId="{91E6289F-47A8-4F68-815F-C4EB150DD687}" srcOrd="2" destOrd="0" presId="urn:microsoft.com/office/officeart/2018/5/layout/IconCircleLabelList"/>
    <dgm:cxn modelId="{242222D0-D4D5-4DEA-AC1F-1612BFC88258}" type="presParOf" srcId="{91E6289F-47A8-4F68-815F-C4EB150DD687}" destId="{B40E349A-E05C-4FE2-83DC-66B9E575806D}" srcOrd="0" destOrd="0" presId="urn:microsoft.com/office/officeart/2018/5/layout/IconCircleLabelList"/>
    <dgm:cxn modelId="{1725BB8F-B639-458F-8B47-638DD6DBD4F3}" type="presParOf" srcId="{91E6289F-47A8-4F68-815F-C4EB150DD687}" destId="{45F7B374-64FF-4A11-9B8A-9A01A4F0555C}" srcOrd="1" destOrd="0" presId="urn:microsoft.com/office/officeart/2018/5/layout/IconCircleLabelList"/>
    <dgm:cxn modelId="{47D28D20-5B42-4BA8-AABD-4997D3761C61}" type="presParOf" srcId="{91E6289F-47A8-4F68-815F-C4EB150DD687}" destId="{D7569831-24EE-457B-915C-BA6802458B8D}" srcOrd="2" destOrd="0" presId="urn:microsoft.com/office/officeart/2018/5/layout/IconCircleLabelList"/>
    <dgm:cxn modelId="{AE1A9BE5-0B35-4A4E-B4E5-664E8DD7C27F}" type="presParOf" srcId="{91E6289F-47A8-4F68-815F-C4EB150DD687}" destId="{DA761901-9C0F-4A81-B615-8A1C95140B66}" srcOrd="3" destOrd="0" presId="urn:microsoft.com/office/officeart/2018/5/layout/IconCircleLabelList"/>
    <dgm:cxn modelId="{6EC42721-D365-490A-AAC4-40000BD8AD7B}" type="presParOf" srcId="{A34FF45E-2792-46DB-93BD-9B31C585B721}" destId="{EC716FCC-F6D1-43FB-A5D2-F73F8E53AF17}" srcOrd="3" destOrd="0" presId="urn:microsoft.com/office/officeart/2018/5/layout/IconCircleLabelList"/>
    <dgm:cxn modelId="{0B091174-7D20-4A71-BF7A-97ABDD54E626}" type="presParOf" srcId="{A34FF45E-2792-46DB-93BD-9B31C585B721}" destId="{5E5D5A4D-FA70-457D-8EB9-B47CC9108C5F}" srcOrd="4" destOrd="0" presId="urn:microsoft.com/office/officeart/2018/5/layout/IconCircleLabelList"/>
    <dgm:cxn modelId="{4CF413C5-6F1D-4078-B616-B19231E05526}" type="presParOf" srcId="{5E5D5A4D-FA70-457D-8EB9-B47CC9108C5F}" destId="{1D27E1DF-A28D-4536-A288-56B94FF7B946}" srcOrd="0" destOrd="0" presId="urn:microsoft.com/office/officeart/2018/5/layout/IconCircleLabelList"/>
    <dgm:cxn modelId="{9AF11044-FD07-447B-B71B-32D201083D57}" type="presParOf" srcId="{5E5D5A4D-FA70-457D-8EB9-B47CC9108C5F}" destId="{4930AB84-FEBB-4996-9477-39BF251D384F}" srcOrd="1" destOrd="0" presId="urn:microsoft.com/office/officeart/2018/5/layout/IconCircleLabelList"/>
    <dgm:cxn modelId="{AE6DC190-C79C-4D1A-93E1-7645F2407DEF}" type="presParOf" srcId="{5E5D5A4D-FA70-457D-8EB9-B47CC9108C5F}" destId="{1EDD7BA6-DCBD-4E81-B6B2-D62265697BC1}" srcOrd="2" destOrd="0" presId="urn:microsoft.com/office/officeart/2018/5/layout/IconCircleLabelList"/>
    <dgm:cxn modelId="{539D1EE5-CB75-4AF4-A7C0-CE1F703D2739}" type="presParOf" srcId="{5E5D5A4D-FA70-457D-8EB9-B47CC9108C5F}" destId="{3550EAD2-52B3-4BDA-A9C6-2A338FBB03A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698393B-08E1-4B67-A2BE-94DFC720628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BC4BE0C-3358-4146-B87C-C06B21CD787E}">
      <dgm:prSet/>
      <dgm:spPr/>
      <dgm:t>
        <a:bodyPr/>
        <a:lstStyle/>
        <a:p>
          <a:r>
            <a:rPr lang="en-GB" dirty="0"/>
            <a:t>Informed consent</a:t>
          </a:r>
          <a:endParaRPr lang="en-US" dirty="0"/>
        </a:p>
      </dgm:t>
    </dgm:pt>
    <dgm:pt modelId="{6819EE28-4356-48D1-8C57-09081522EC48}" type="parTrans" cxnId="{38C01316-E0D2-4C7B-9764-FC0C97D41B82}">
      <dgm:prSet/>
      <dgm:spPr/>
      <dgm:t>
        <a:bodyPr/>
        <a:lstStyle/>
        <a:p>
          <a:endParaRPr lang="en-US"/>
        </a:p>
      </dgm:t>
    </dgm:pt>
    <dgm:pt modelId="{A40B5C81-3A75-47EB-8561-3E95BA93BD8E}" type="sibTrans" cxnId="{38C01316-E0D2-4C7B-9764-FC0C97D41B82}">
      <dgm:prSet/>
      <dgm:spPr/>
      <dgm:t>
        <a:bodyPr/>
        <a:lstStyle/>
        <a:p>
          <a:endParaRPr lang="en-US"/>
        </a:p>
      </dgm:t>
    </dgm:pt>
    <dgm:pt modelId="{15464EAC-17AB-4C4A-BB6D-521CCA5F9163}">
      <dgm:prSet/>
      <dgm:spPr/>
      <dgm:t>
        <a:bodyPr/>
        <a:lstStyle/>
        <a:p>
          <a:r>
            <a:rPr lang="en-GB"/>
            <a:t>Anonymity</a:t>
          </a:r>
          <a:endParaRPr lang="en-US"/>
        </a:p>
      </dgm:t>
    </dgm:pt>
    <dgm:pt modelId="{A7F4DDBF-2DE7-4A3C-9AB5-80E4F4BE7454}" type="parTrans" cxnId="{B04D9A40-AD80-4951-9FC1-A877C3BC07C3}">
      <dgm:prSet/>
      <dgm:spPr/>
      <dgm:t>
        <a:bodyPr/>
        <a:lstStyle/>
        <a:p>
          <a:endParaRPr lang="en-US"/>
        </a:p>
      </dgm:t>
    </dgm:pt>
    <dgm:pt modelId="{04B29F65-D8ED-480F-8AAC-D03819D15075}" type="sibTrans" cxnId="{B04D9A40-AD80-4951-9FC1-A877C3BC07C3}">
      <dgm:prSet/>
      <dgm:spPr/>
      <dgm:t>
        <a:bodyPr/>
        <a:lstStyle/>
        <a:p>
          <a:endParaRPr lang="en-US"/>
        </a:p>
      </dgm:t>
    </dgm:pt>
    <dgm:pt modelId="{B2FA4F2A-5167-4894-8A8E-D80A913ADA38}">
      <dgm:prSet/>
      <dgm:spPr/>
      <dgm:t>
        <a:bodyPr/>
        <a:lstStyle/>
        <a:p>
          <a:r>
            <a:rPr lang="en-GB"/>
            <a:t>UK GDPR</a:t>
          </a:r>
          <a:endParaRPr lang="en-US"/>
        </a:p>
      </dgm:t>
    </dgm:pt>
    <dgm:pt modelId="{F3826D78-3077-4A0B-9EEE-225B38541717}" type="parTrans" cxnId="{AA79524C-6113-4178-9205-56C3E5E78290}">
      <dgm:prSet/>
      <dgm:spPr/>
      <dgm:t>
        <a:bodyPr/>
        <a:lstStyle/>
        <a:p>
          <a:endParaRPr lang="en-US"/>
        </a:p>
      </dgm:t>
    </dgm:pt>
    <dgm:pt modelId="{D2A919E7-D2E7-49FE-81F4-CF643D5713FA}" type="sibTrans" cxnId="{AA79524C-6113-4178-9205-56C3E5E78290}">
      <dgm:prSet/>
      <dgm:spPr/>
      <dgm:t>
        <a:bodyPr/>
        <a:lstStyle/>
        <a:p>
          <a:endParaRPr lang="en-US"/>
        </a:p>
      </dgm:t>
    </dgm:pt>
    <dgm:pt modelId="{74EFD004-3AE8-417B-912A-12D29DC72732}">
      <dgm:prSet/>
      <dgm:spPr/>
      <dgm:t>
        <a:bodyPr/>
        <a:lstStyle/>
        <a:p>
          <a:r>
            <a:rPr lang="en-GB"/>
            <a:t>BCS standards</a:t>
          </a:r>
          <a:endParaRPr lang="en-US"/>
        </a:p>
      </dgm:t>
    </dgm:pt>
    <dgm:pt modelId="{3C298789-C10F-4A7E-BDA2-EE7D849B9F9A}" type="parTrans" cxnId="{C9B30B0B-1CAB-436C-9E2F-427D41098F9C}">
      <dgm:prSet/>
      <dgm:spPr/>
      <dgm:t>
        <a:bodyPr/>
        <a:lstStyle/>
        <a:p>
          <a:endParaRPr lang="en-US"/>
        </a:p>
      </dgm:t>
    </dgm:pt>
    <dgm:pt modelId="{BDF2068B-5EB5-434C-9129-2E81B8FDFFB5}" type="sibTrans" cxnId="{C9B30B0B-1CAB-436C-9E2F-427D41098F9C}">
      <dgm:prSet/>
      <dgm:spPr/>
      <dgm:t>
        <a:bodyPr/>
        <a:lstStyle/>
        <a:p>
          <a:endParaRPr lang="en-US"/>
        </a:p>
      </dgm:t>
    </dgm:pt>
    <dgm:pt modelId="{D978EDAC-9CCE-4A11-941C-AC0E9D93FF10}" type="pres">
      <dgm:prSet presAssocID="{D698393B-08E1-4B67-A2BE-94DFC7206283}" presName="root" presStyleCnt="0">
        <dgm:presLayoutVars>
          <dgm:dir/>
          <dgm:resizeHandles val="exact"/>
        </dgm:presLayoutVars>
      </dgm:prSet>
      <dgm:spPr/>
    </dgm:pt>
    <dgm:pt modelId="{09CE5FDB-4B5F-46B5-96AE-D55EF99E8EA4}" type="pres">
      <dgm:prSet presAssocID="{7BC4BE0C-3358-4146-B87C-C06B21CD787E}" presName="compNode" presStyleCnt="0"/>
      <dgm:spPr/>
    </dgm:pt>
    <dgm:pt modelId="{E41A0311-5242-4D54-A141-45F2C201BCC7}" type="pres">
      <dgm:prSet presAssocID="{7BC4BE0C-3358-4146-B87C-C06B21CD787E}" presName="bgRect" presStyleLbl="bgShp" presStyleIdx="0" presStyleCnt="4"/>
      <dgm:spPr/>
    </dgm:pt>
    <dgm:pt modelId="{A312FCDF-585C-4D7A-9637-7803EB08127E}" type="pres">
      <dgm:prSet presAssocID="{7BC4BE0C-3358-4146-B87C-C06B21CD787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tract"/>
        </a:ext>
      </dgm:extLst>
    </dgm:pt>
    <dgm:pt modelId="{871BA358-DECA-4B8F-B768-B0587C192BA9}" type="pres">
      <dgm:prSet presAssocID="{7BC4BE0C-3358-4146-B87C-C06B21CD787E}" presName="spaceRect" presStyleCnt="0"/>
      <dgm:spPr/>
    </dgm:pt>
    <dgm:pt modelId="{952E02E5-ECBD-46D6-A775-9DE76FD9372B}" type="pres">
      <dgm:prSet presAssocID="{7BC4BE0C-3358-4146-B87C-C06B21CD787E}" presName="parTx" presStyleLbl="revTx" presStyleIdx="0" presStyleCnt="4">
        <dgm:presLayoutVars>
          <dgm:chMax val="0"/>
          <dgm:chPref val="0"/>
        </dgm:presLayoutVars>
      </dgm:prSet>
      <dgm:spPr/>
    </dgm:pt>
    <dgm:pt modelId="{B4B95EE5-BE6A-452A-B31B-7237E8396106}" type="pres">
      <dgm:prSet presAssocID="{A40B5C81-3A75-47EB-8561-3E95BA93BD8E}" presName="sibTrans" presStyleCnt="0"/>
      <dgm:spPr/>
    </dgm:pt>
    <dgm:pt modelId="{5F5AE3E1-DC08-42DA-8A6F-46C7C6E14F48}" type="pres">
      <dgm:prSet presAssocID="{15464EAC-17AB-4C4A-BB6D-521CCA5F9163}" presName="compNode" presStyleCnt="0"/>
      <dgm:spPr/>
    </dgm:pt>
    <dgm:pt modelId="{F9450D4A-4124-4C1C-85CC-968C606B4A37}" type="pres">
      <dgm:prSet presAssocID="{15464EAC-17AB-4C4A-BB6D-521CCA5F9163}" presName="bgRect" presStyleLbl="bgShp" presStyleIdx="1" presStyleCnt="4"/>
      <dgm:spPr/>
    </dgm:pt>
    <dgm:pt modelId="{1C7D0473-7389-4250-B2D9-8F923EFA2406}" type="pres">
      <dgm:prSet presAssocID="{15464EAC-17AB-4C4A-BB6D-521CCA5F916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13CB9DDB-A912-4141-B9F3-406221568C85}" type="pres">
      <dgm:prSet presAssocID="{15464EAC-17AB-4C4A-BB6D-521CCA5F9163}" presName="spaceRect" presStyleCnt="0"/>
      <dgm:spPr/>
    </dgm:pt>
    <dgm:pt modelId="{FA1CD3F4-7EE2-42C9-885D-4320B53199A3}" type="pres">
      <dgm:prSet presAssocID="{15464EAC-17AB-4C4A-BB6D-521CCA5F9163}" presName="parTx" presStyleLbl="revTx" presStyleIdx="1" presStyleCnt="4">
        <dgm:presLayoutVars>
          <dgm:chMax val="0"/>
          <dgm:chPref val="0"/>
        </dgm:presLayoutVars>
      </dgm:prSet>
      <dgm:spPr/>
    </dgm:pt>
    <dgm:pt modelId="{71DA8A9D-9621-421F-8811-0F787271E78B}" type="pres">
      <dgm:prSet presAssocID="{04B29F65-D8ED-480F-8AAC-D03819D15075}" presName="sibTrans" presStyleCnt="0"/>
      <dgm:spPr/>
    </dgm:pt>
    <dgm:pt modelId="{8C098F99-1B63-4832-944C-20653DA8C191}" type="pres">
      <dgm:prSet presAssocID="{B2FA4F2A-5167-4894-8A8E-D80A913ADA38}" presName="compNode" presStyleCnt="0"/>
      <dgm:spPr/>
    </dgm:pt>
    <dgm:pt modelId="{22A9CC08-271E-43AA-BFE3-8C548C3CCC98}" type="pres">
      <dgm:prSet presAssocID="{B2FA4F2A-5167-4894-8A8E-D80A913ADA38}" presName="bgRect" presStyleLbl="bgShp" presStyleIdx="2" presStyleCnt="4"/>
      <dgm:spPr/>
    </dgm:pt>
    <dgm:pt modelId="{B09CF786-79A4-411B-9EA8-D6995E66B89F}" type="pres">
      <dgm:prSet presAssocID="{B2FA4F2A-5167-4894-8A8E-D80A913ADA3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B7EFE496-CC96-4AA8-8917-8EA2EC786E03}" type="pres">
      <dgm:prSet presAssocID="{B2FA4F2A-5167-4894-8A8E-D80A913ADA38}" presName="spaceRect" presStyleCnt="0"/>
      <dgm:spPr/>
    </dgm:pt>
    <dgm:pt modelId="{5DF466B3-F095-4ADF-AE6F-6457B4E1F639}" type="pres">
      <dgm:prSet presAssocID="{B2FA4F2A-5167-4894-8A8E-D80A913ADA38}" presName="parTx" presStyleLbl="revTx" presStyleIdx="2" presStyleCnt="4">
        <dgm:presLayoutVars>
          <dgm:chMax val="0"/>
          <dgm:chPref val="0"/>
        </dgm:presLayoutVars>
      </dgm:prSet>
      <dgm:spPr/>
    </dgm:pt>
    <dgm:pt modelId="{42A29257-C50B-4CD9-B02E-587A6AAA55EC}" type="pres">
      <dgm:prSet presAssocID="{D2A919E7-D2E7-49FE-81F4-CF643D5713FA}" presName="sibTrans" presStyleCnt="0"/>
      <dgm:spPr/>
    </dgm:pt>
    <dgm:pt modelId="{B5B46FB5-621A-455A-986A-693283D50BBA}" type="pres">
      <dgm:prSet presAssocID="{74EFD004-3AE8-417B-912A-12D29DC72732}" presName="compNode" presStyleCnt="0"/>
      <dgm:spPr/>
    </dgm:pt>
    <dgm:pt modelId="{A77159B0-D0D1-4458-BB4F-7A4F6B0477EC}" type="pres">
      <dgm:prSet presAssocID="{74EFD004-3AE8-417B-912A-12D29DC72732}" presName="bgRect" presStyleLbl="bgShp" presStyleIdx="3" presStyleCnt="4"/>
      <dgm:spPr/>
    </dgm:pt>
    <dgm:pt modelId="{B3142E1F-0578-4A5B-B165-D3341A03A1B2}" type="pres">
      <dgm:prSet presAssocID="{74EFD004-3AE8-417B-912A-12D29DC7273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0CC35A7-5906-4A26-AAD0-EF1E9E4F14E9}" type="pres">
      <dgm:prSet presAssocID="{74EFD004-3AE8-417B-912A-12D29DC72732}" presName="spaceRect" presStyleCnt="0"/>
      <dgm:spPr/>
    </dgm:pt>
    <dgm:pt modelId="{A71D024F-4D8A-4EB2-803B-E063E4CBBF25}" type="pres">
      <dgm:prSet presAssocID="{74EFD004-3AE8-417B-912A-12D29DC7273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5633D00-84A3-40FC-8C2C-6EDA113F84E6}" type="presOf" srcId="{7BC4BE0C-3358-4146-B87C-C06B21CD787E}" destId="{952E02E5-ECBD-46D6-A775-9DE76FD9372B}" srcOrd="0" destOrd="0" presId="urn:microsoft.com/office/officeart/2018/2/layout/IconVerticalSolidList"/>
    <dgm:cxn modelId="{186B5700-634E-446C-8AF3-3BFB4951BC47}" type="presOf" srcId="{15464EAC-17AB-4C4A-BB6D-521CCA5F9163}" destId="{FA1CD3F4-7EE2-42C9-885D-4320B53199A3}" srcOrd="0" destOrd="0" presId="urn:microsoft.com/office/officeart/2018/2/layout/IconVerticalSolidList"/>
    <dgm:cxn modelId="{C9B30B0B-1CAB-436C-9E2F-427D41098F9C}" srcId="{D698393B-08E1-4B67-A2BE-94DFC7206283}" destId="{74EFD004-3AE8-417B-912A-12D29DC72732}" srcOrd="3" destOrd="0" parTransId="{3C298789-C10F-4A7E-BDA2-EE7D849B9F9A}" sibTransId="{BDF2068B-5EB5-434C-9129-2E81B8FDFFB5}"/>
    <dgm:cxn modelId="{38C01316-E0D2-4C7B-9764-FC0C97D41B82}" srcId="{D698393B-08E1-4B67-A2BE-94DFC7206283}" destId="{7BC4BE0C-3358-4146-B87C-C06B21CD787E}" srcOrd="0" destOrd="0" parTransId="{6819EE28-4356-48D1-8C57-09081522EC48}" sibTransId="{A40B5C81-3A75-47EB-8561-3E95BA93BD8E}"/>
    <dgm:cxn modelId="{F19F992E-3107-4BBA-84FA-51788E88A615}" type="presOf" srcId="{B2FA4F2A-5167-4894-8A8E-D80A913ADA38}" destId="{5DF466B3-F095-4ADF-AE6F-6457B4E1F639}" srcOrd="0" destOrd="0" presId="urn:microsoft.com/office/officeart/2018/2/layout/IconVerticalSolidList"/>
    <dgm:cxn modelId="{B04D9A40-AD80-4951-9FC1-A877C3BC07C3}" srcId="{D698393B-08E1-4B67-A2BE-94DFC7206283}" destId="{15464EAC-17AB-4C4A-BB6D-521CCA5F9163}" srcOrd="1" destOrd="0" parTransId="{A7F4DDBF-2DE7-4A3C-9AB5-80E4F4BE7454}" sibTransId="{04B29F65-D8ED-480F-8AAC-D03819D15075}"/>
    <dgm:cxn modelId="{AA79524C-6113-4178-9205-56C3E5E78290}" srcId="{D698393B-08E1-4B67-A2BE-94DFC7206283}" destId="{B2FA4F2A-5167-4894-8A8E-D80A913ADA38}" srcOrd="2" destOrd="0" parTransId="{F3826D78-3077-4A0B-9EEE-225B38541717}" sibTransId="{D2A919E7-D2E7-49FE-81F4-CF643D5713FA}"/>
    <dgm:cxn modelId="{2A7AD376-0915-4DB7-9CAA-F0DA245C8CFC}" type="presOf" srcId="{74EFD004-3AE8-417B-912A-12D29DC72732}" destId="{A71D024F-4D8A-4EB2-803B-E063E4CBBF25}" srcOrd="0" destOrd="0" presId="urn:microsoft.com/office/officeart/2018/2/layout/IconVerticalSolidList"/>
    <dgm:cxn modelId="{B0B286C9-6EF4-467A-AE93-B77DFD145EA6}" type="presOf" srcId="{D698393B-08E1-4B67-A2BE-94DFC7206283}" destId="{D978EDAC-9CCE-4A11-941C-AC0E9D93FF10}" srcOrd="0" destOrd="0" presId="urn:microsoft.com/office/officeart/2018/2/layout/IconVerticalSolidList"/>
    <dgm:cxn modelId="{89C00209-C842-4D08-95ED-91E0DD5173DB}" type="presParOf" srcId="{D978EDAC-9CCE-4A11-941C-AC0E9D93FF10}" destId="{09CE5FDB-4B5F-46B5-96AE-D55EF99E8EA4}" srcOrd="0" destOrd="0" presId="urn:microsoft.com/office/officeart/2018/2/layout/IconVerticalSolidList"/>
    <dgm:cxn modelId="{DAF79488-9FD2-4200-90ED-D33D4D743463}" type="presParOf" srcId="{09CE5FDB-4B5F-46B5-96AE-D55EF99E8EA4}" destId="{E41A0311-5242-4D54-A141-45F2C201BCC7}" srcOrd="0" destOrd="0" presId="urn:microsoft.com/office/officeart/2018/2/layout/IconVerticalSolidList"/>
    <dgm:cxn modelId="{61CB7696-D449-42C2-B276-A6349332F1E6}" type="presParOf" srcId="{09CE5FDB-4B5F-46B5-96AE-D55EF99E8EA4}" destId="{A312FCDF-585C-4D7A-9637-7803EB08127E}" srcOrd="1" destOrd="0" presId="urn:microsoft.com/office/officeart/2018/2/layout/IconVerticalSolidList"/>
    <dgm:cxn modelId="{AB849280-E25F-4A4F-9817-5BC09F850A06}" type="presParOf" srcId="{09CE5FDB-4B5F-46B5-96AE-D55EF99E8EA4}" destId="{871BA358-DECA-4B8F-B768-B0587C192BA9}" srcOrd="2" destOrd="0" presId="urn:microsoft.com/office/officeart/2018/2/layout/IconVerticalSolidList"/>
    <dgm:cxn modelId="{B8407B42-455A-4A5C-B135-3026A32A80AB}" type="presParOf" srcId="{09CE5FDB-4B5F-46B5-96AE-D55EF99E8EA4}" destId="{952E02E5-ECBD-46D6-A775-9DE76FD9372B}" srcOrd="3" destOrd="0" presId="urn:microsoft.com/office/officeart/2018/2/layout/IconVerticalSolidList"/>
    <dgm:cxn modelId="{82969AB2-97ED-46C4-BA5F-EE8BEB6ABDDB}" type="presParOf" srcId="{D978EDAC-9CCE-4A11-941C-AC0E9D93FF10}" destId="{B4B95EE5-BE6A-452A-B31B-7237E8396106}" srcOrd="1" destOrd="0" presId="urn:microsoft.com/office/officeart/2018/2/layout/IconVerticalSolidList"/>
    <dgm:cxn modelId="{76C08307-0E9C-4783-B2E6-C4A44557503A}" type="presParOf" srcId="{D978EDAC-9CCE-4A11-941C-AC0E9D93FF10}" destId="{5F5AE3E1-DC08-42DA-8A6F-46C7C6E14F48}" srcOrd="2" destOrd="0" presId="urn:microsoft.com/office/officeart/2018/2/layout/IconVerticalSolidList"/>
    <dgm:cxn modelId="{9655231A-5BF5-48E2-9085-9D7C088EE6B0}" type="presParOf" srcId="{5F5AE3E1-DC08-42DA-8A6F-46C7C6E14F48}" destId="{F9450D4A-4124-4C1C-85CC-968C606B4A37}" srcOrd="0" destOrd="0" presId="urn:microsoft.com/office/officeart/2018/2/layout/IconVerticalSolidList"/>
    <dgm:cxn modelId="{6153303C-F048-427D-8DDA-C2DDCDE94060}" type="presParOf" srcId="{5F5AE3E1-DC08-42DA-8A6F-46C7C6E14F48}" destId="{1C7D0473-7389-4250-B2D9-8F923EFA2406}" srcOrd="1" destOrd="0" presId="urn:microsoft.com/office/officeart/2018/2/layout/IconVerticalSolidList"/>
    <dgm:cxn modelId="{0E254EAE-3D6F-4D33-8A33-36D43247735C}" type="presParOf" srcId="{5F5AE3E1-DC08-42DA-8A6F-46C7C6E14F48}" destId="{13CB9DDB-A912-4141-B9F3-406221568C85}" srcOrd="2" destOrd="0" presId="urn:microsoft.com/office/officeart/2018/2/layout/IconVerticalSolidList"/>
    <dgm:cxn modelId="{AB55BD8F-93F2-47C3-9442-17CD7461AEC5}" type="presParOf" srcId="{5F5AE3E1-DC08-42DA-8A6F-46C7C6E14F48}" destId="{FA1CD3F4-7EE2-42C9-885D-4320B53199A3}" srcOrd="3" destOrd="0" presId="urn:microsoft.com/office/officeart/2018/2/layout/IconVerticalSolidList"/>
    <dgm:cxn modelId="{83844E73-C48B-471F-9F4A-402F293F4D2E}" type="presParOf" srcId="{D978EDAC-9CCE-4A11-941C-AC0E9D93FF10}" destId="{71DA8A9D-9621-421F-8811-0F787271E78B}" srcOrd="3" destOrd="0" presId="urn:microsoft.com/office/officeart/2018/2/layout/IconVerticalSolidList"/>
    <dgm:cxn modelId="{37F6F262-20D4-406A-904C-72175218C7BD}" type="presParOf" srcId="{D978EDAC-9CCE-4A11-941C-AC0E9D93FF10}" destId="{8C098F99-1B63-4832-944C-20653DA8C191}" srcOrd="4" destOrd="0" presId="urn:microsoft.com/office/officeart/2018/2/layout/IconVerticalSolidList"/>
    <dgm:cxn modelId="{5C1AE385-0477-48D2-A663-9E761FE89979}" type="presParOf" srcId="{8C098F99-1B63-4832-944C-20653DA8C191}" destId="{22A9CC08-271E-43AA-BFE3-8C548C3CCC98}" srcOrd="0" destOrd="0" presId="urn:microsoft.com/office/officeart/2018/2/layout/IconVerticalSolidList"/>
    <dgm:cxn modelId="{E9A2DB6B-0670-4BE4-A965-4CEA559F7126}" type="presParOf" srcId="{8C098F99-1B63-4832-944C-20653DA8C191}" destId="{B09CF786-79A4-411B-9EA8-D6995E66B89F}" srcOrd="1" destOrd="0" presId="urn:microsoft.com/office/officeart/2018/2/layout/IconVerticalSolidList"/>
    <dgm:cxn modelId="{FF7151F3-C6F6-4CF4-8FD5-02EDF3AC715F}" type="presParOf" srcId="{8C098F99-1B63-4832-944C-20653DA8C191}" destId="{B7EFE496-CC96-4AA8-8917-8EA2EC786E03}" srcOrd="2" destOrd="0" presId="urn:microsoft.com/office/officeart/2018/2/layout/IconVerticalSolidList"/>
    <dgm:cxn modelId="{58CD111B-0060-4903-88A1-6693E4802C81}" type="presParOf" srcId="{8C098F99-1B63-4832-944C-20653DA8C191}" destId="{5DF466B3-F095-4ADF-AE6F-6457B4E1F639}" srcOrd="3" destOrd="0" presId="urn:microsoft.com/office/officeart/2018/2/layout/IconVerticalSolidList"/>
    <dgm:cxn modelId="{950A5AFE-7BA4-40B0-BCC4-0D5F7AE705FB}" type="presParOf" srcId="{D978EDAC-9CCE-4A11-941C-AC0E9D93FF10}" destId="{42A29257-C50B-4CD9-B02E-587A6AAA55EC}" srcOrd="5" destOrd="0" presId="urn:microsoft.com/office/officeart/2018/2/layout/IconVerticalSolidList"/>
    <dgm:cxn modelId="{7F76D20E-7152-4625-A87A-535A38F2A21E}" type="presParOf" srcId="{D978EDAC-9CCE-4A11-941C-AC0E9D93FF10}" destId="{B5B46FB5-621A-455A-986A-693283D50BBA}" srcOrd="6" destOrd="0" presId="urn:microsoft.com/office/officeart/2018/2/layout/IconVerticalSolidList"/>
    <dgm:cxn modelId="{D7335AFE-484C-40AF-834A-305AB502180F}" type="presParOf" srcId="{B5B46FB5-621A-455A-986A-693283D50BBA}" destId="{A77159B0-D0D1-4458-BB4F-7A4F6B0477EC}" srcOrd="0" destOrd="0" presId="urn:microsoft.com/office/officeart/2018/2/layout/IconVerticalSolidList"/>
    <dgm:cxn modelId="{FB61FE43-0268-42BA-803A-495C972BF6FC}" type="presParOf" srcId="{B5B46FB5-621A-455A-986A-693283D50BBA}" destId="{B3142E1F-0578-4A5B-B165-D3341A03A1B2}" srcOrd="1" destOrd="0" presId="urn:microsoft.com/office/officeart/2018/2/layout/IconVerticalSolidList"/>
    <dgm:cxn modelId="{B3CAD79B-3D7B-4354-AC0C-0054DA9D49A3}" type="presParOf" srcId="{B5B46FB5-621A-455A-986A-693283D50BBA}" destId="{50CC35A7-5906-4A26-AAD0-EF1E9E4F14E9}" srcOrd="2" destOrd="0" presId="urn:microsoft.com/office/officeart/2018/2/layout/IconVerticalSolidList"/>
    <dgm:cxn modelId="{FF950024-502D-4136-BEB4-42CAB8C17546}" type="presParOf" srcId="{B5B46FB5-621A-455A-986A-693283D50BBA}" destId="{A71D024F-4D8A-4EB2-803B-E063E4CBBF2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8BF298B-A3C6-43CF-AC57-4711E235465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C74C388-6F98-42CD-9F27-80F02010CF5D}">
      <dgm:prSet/>
      <dgm:spPr/>
      <dgm:t>
        <a:bodyPr/>
        <a:lstStyle/>
        <a:p>
          <a:r>
            <a:rPr lang="en-GB"/>
            <a:t>Interview guide</a:t>
          </a:r>
          <a:endParaRPr lang="en-US"/>
        </a:p>
      </dgm:t>
    </dgm:pt>
    <dgm:pt modelId="{8A7EA82D-F24A-4E0B-A323-5B88CA6D5E38}" type="parTrans" cxnId="{34C9BD80-5323-42F9-9243-C1BF2E740D8E}">
      <dgm:prSet/>
      <dgm:spPr/>
      <dgm:t>
        <a:bodyPr/>
        <a:lstStyle/>
        <a:p>
          <a:endParaRPr lang="en-US"/>
        </a:p>
      </dgm:t>
    </dgm:pt>
    <dgm:pt modelId="{75F897F8-5F51-4466-A9FF-5C0BE1ED70C0}" type="sibTrans" cxnId="{34C9BD80-5323-42F9-9243-C1BF2E740D8E}">
      <dgm:prSet/>
      <dgm:spPr/>
      <dgm:t>
        <a:bodyPr/>
        <a:lstStyle/>
        <a:p>
          <a:endParaRPr lang="en-US"/>
        </a:p>
      </dgm:t>
    </dgm:pt>
    <dgm:pt modelId="{6719BBB5-2134-4239-8D13-B71B2AFC525A}">
      <dgm:prSet/>
      <dgm:spPr/>
      <dgm:t>
        <a:bodyPr/>
        <a:lstStyle/>
        <a:p>
          <a:r>
            <a:rPr lang="en-GB"/>
            <a:t>Transcripts</a:t>
          </a:r>
          <a:endParaRPr lang="en-US"/>
        </a:p>
      </dgm:t>
    </dgm:pt>
    <dgm:pt modelId="{BB0D4246-EC7D-4A14-B989-8C1D7331C891}" type="parTrans" cxnId="{FCA42913-6881-4ACE-B2BD-F486D8A1BF33}">
      <dgm:prSet/>
      <dgm:spPr/>
      <dgm:t>
        <a:bodyPr/>
        <a:lstStyle/>
        <a:p>
          <a:endParaRPr lang="en-US"/>
        </a:p>
      </dgm:t>
    </dgm:pt>
    <dgm:pt modelId="{11EDEF50-8965-456B-BBA4-93FAEC4005CE}" type="sibTrans" cxnId="{FCA42913-6881-4ACE-B2BD-F486D8A1BF33}">
      <dgm:prSet/>
      <dgm:spPr/>
      <dgm:t>
        <a:bodyPr/>
        <a:lstStyle/>
        <a:p>
          <a:endParaRPr lang="en-US"/>
        </a:p>
      </dgm:t>
    </dgm:pt>
    <dgm:pt modelId="{35C46766-8902-41BA-AF62-A6D3329538B9}">
      <dgm:prSet/>
      <dgm:spPr/>
      <dgm:t>
        <a:bodyPr/>
        <a:lstStyle/>
        <a:p>
          <a:r>
            <a:rPr lang="en-GB"/>
            <a:t>Thematic framework</a:t>
          </a:r>
          <a:endParaRPr lang="en-US"/>
        </a:p>
      </dgm:t>
    </dgm:pt>
    <dgm:pt modelId="{76D04B49-E2CA-4198-AB30-4E91D71EB900}" type="parTrans" cxnId="{876BDB31-8439-4B6F-82BF-3BD9F5F44BF1}">
      <dgm:prSet/>
      <dgm:spPr/>
      <dgm:t>
        <a:bodyPr/>
        <a:lstStyle/>
        <a:p>
          <a:endParaRPr lang="en-US"/>
        </a:p>
      </dgm:t>
    </dgm:pt>
    <dgm:pt modelId="{3F18DE61-0DCF-4BF7-BA42-961F7F0792CB}" type="sibTrans" cxnId="{876BDB31-8439-4B6F-82BF-3BD9F5F44BF1}">
      <dgm:prSet/>
      <dgm:spPr/>
      <dgm:t>
        <a:bodyPr/>
        <a:lstStyle/>
        <a:p>
          <a:endParaRPr lang="en-US"/>
        </a:p>
      </dgm:t>
    </dgm:pt>
    <dgm:pt modelId="{7D6562E0-E65F-46D7-9BD8-CCB0EF9E06C5}">
      <dgm:prSet/>
      <dgm:spPr/>
      <dgm:t>
        <a:bodyPr/>
        <a:lstStyle/>
        <a:p>
          <a:r>
            <a:rPr lang="en-GB" b="1"/>
            <a:t>Timeline (simple):</a:t>
          </a:r>
          <a:endParaRPr lang="en-US"/>
        </a:p>
      </dgm:t>
    </dgm:pt>
    <dgm:pt modelId="{B6D66F05-C2FE-4BD3-8295-66B69169882F}" type="parTrans" cxnId="{5E73D04E-66EB-4CCA-9959-BF11DF6E2C6F}">
      <dgm:prSet/>
      <dgm:spPr/>
      <dgm:t>
        <a:bodyPr/>
        <a:lstStyle/>
        <a:p>
          <a:endParaRPr lang="en-US"/>
        </a:p>
      </dgm:t>
    </dgm:pt>
    <dgm:pt modelId="{BEDAC32D-BE33-4274-8048-AB007B68619C}" type="sibTrans" cxnId="{5E73D04E-66EB-4CCA-9959-BF11DF6E2C6F}">
      <dgm:prSet/>
      <dgm:spPr/>
      <dgm:t>
        <a:bodyPr/>
        <a:lstStyle/>
        <a:p>
          <a:endParaRPr lang="en-US"/>
        </a:p>
      </dgm:t>
    </dgm:pt>
    <dgm:pt modelId="{9AAA10C6-F8A7-472C-A866-EE2BE91414A5}">
      <dgm:prSet/>
      <dgm:spPr/>
      <dgm:t>
        <a:bodyPr/>
        <a:lstStyle/>
        <a:p>
          <a:r>
            <a:rPr lang="en-GB" dirty="0"/>
            <a:t>Literature → Ethics → Data → Analysis → Presentation</a:t>
          </a:r>
          <a:endParaRPr lang="en-US" dirty="0"/>
        </a:p>
      </dgm:t>
    </dgm:pt>
    <dgm:pt modelId="{838C45C9-4AF6-4C2D-A85C-BB12B123BD20}" type="parTrans" cxnId="{7F8E8991-E149-4586-8024-504A3D3DF8BE}">
      <dgm:prSet/>
      <dgm:spPr/>
      <dgm:t>
        <a:bodyPr/>
        <a:lstStyle/>
        <a:p>
          <a:endParaRPr lang="en-US"/>
        </a:p>
      </dgm:t>
    </dgm:pt>
    <dgm:pt modelId="{CC278BA5-F60C-455F-A2B3-0E3010C5783D}" type="sibTrans" cxnId="{7F8E8991-E149-4586-8024-504A3D3DF8BE}">
      <dgm:prSet/>
      <dgm:spPr/>
      <dgm:t>
        <a:bodyPr/>
        <a:lstStyle/>
        <a:p>
          <a:endParaRPr lang="en-US"/>
        </a:p>
      </dgm:t>
    </dgm:pt>
    <dgm:pt modelId="{1B8F40C5-28D8-4418-9663-260A86DBC9E7}" type="pres">
      <dgm:prSet presAssocID="{58BF298B-A3C6-43CF-AC57-4711E2354653}" presName="root" presStyleCnt="0">
        <dgm:presLayoutVars>
          <dgm:dir/>
          <dgm:resizeHandles val="exact"/>
        </dgm:presLayoutVars>
      </dgm:prSet>
      <dgm:spPr/>
    </dgm:pt>
    <dgm:pt modelId="{2A0B354C-7C70-4BCD-B1E0-B0D3A3DCB29A}" type="pres">
      <dgm:prSet presAssocID="{BC74C388-6F98-42CD-9F27-80F02010CF5D}" presName="compNode" presStyleCnt="0"/>
      <dgm:spPr/>
    </dgm:pt>
    <dgm:pt modelId="{830684C9-2058-42E9-9EC3-E6C035472C8E}" type="pres">
      <dgm:prSet presAssocID="{BC74C388-6F98-42CD-9F27-80F02010CF5D}" presName="bgRect" presStyleLbl="bgShp" presStyleIdx="0" presStyleCnt="5"/>
      <dgm:spPr/>
    </dgm:pt>
    <dgm:pt modelId="{6EA374C7-5BBB-43A9-9170-B66868911EB1}" type="pres">
      <dgm:prSet presAssocID="{BC74C388-6F98-42CD-9F27-80F02010CF5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A36FAF73-158B-49C0-8F79-99A5B7504941}" type="pres">
      <dgm:prSet presAssocID="{BC74C388-6F98-42CD-9F27-80F02010CF5D}" presName="spaceRect" presStyleCnt="0"/>
      <dgm:spPr/>
    </dgm:pt>
    <dgm:pt modelId="{FA59795D-06DD-4FD5-B41F-1108E6FB3267}" type="pres">
      <dgm:prSet presAssocID="{BC74C388-6F98-42CD-9F27-80F02010CF5D}" presName="parTx" presStyleLbl="revTx" presStyleIdx="0" presStyleCnt="5">
        <dgm:presLayoutVars>
          <dgm:chMax val="0"/>
          <dgm:chPref val="0"/>
        </dgm:presLayoutVars>
      </dgm:prSet>
      <dgm:spPr/>
    </dgm:pt>
    <dgm:pt modelId="{2001B105-7A5D-4969-9228-1513145728EF}" type="pres">
      <dgm:prSet presAssocID="{75F897F8-5F51-4466-A9FF-5C0BE1ED70C0}" presName="sibTrans" presStyleCnt="0"/>
      <dgm:spPr/>
    </dgm:pt>
    <dgm:pt modelId="{7E5DA23F-8700-452C-9EDA-8DA6D175C004}" type="pres">
      <dgm:prSet presAssocID="{6719BBB5-2134-4239-8D13-B71B2AFC525A}" presName="compNode" presStyleCnt="0"/>
      <dgm:spPr/>
    </dgm:pt>
    <dgm:pt modelId="{C895AF06-9656-4172-8C7B-09BFD0642927}" type="pres">
      <dgm:prSet presAssocID="{6719BBB5-2134-4239-8D13-B71B2AFC525A}" presName="bgRect" presStyleLbl="bgShp" presStyleIdx="1" presStyleCnt="5"/>
      <dgm:spPr/>
    </dgm:pt>
    <dgm:pt modelId="{88C8835E-D2AF-4F57-BF56-FFFF05C54562}" type="pres">
      <dgm:prSet presAssocID="{6719BBB5-2134-4239-8D13-B71B2AFC525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52B3B403-D0DD-4EFA-BA83-6D04A1060147}" type="pres">
      <dgm:prSet presAssocID="{6719BBB5-2134-4239-8D13-B71B2AFC525A}" presName="spaceRect" presStyleCnt="0"/>
      <dgm:spPr/>
    </dgm:pt>
    <dgm:pt modelId="{7D71DADE-7A11-4B1D-A79D-6E68D5CD2B36}" type="pres">
      <dgm:prSet presAssocID="{6719BBB5-2134-4239-8D13-B71B2AFC525A}" presName="parTx" presStyleLbl="revTx" presStyleIdx="1" presStyleCnt="5">
        <dgm:presLayoutVars>
          <dgm:chMax val="0"/>
          <dgm:chPref val="0"/>
        </dgm:presLayoutVars>
      </dgm:prSet>
      <dgm:spPr/>
    </dgm:pt>
    <dgm:pt modelId="{28E8936B-76E5-4CBC-9E6C-EFFA4AC73EA0}" type="pres">
      <dgm:prSet presAssocID="{11EDEF50-8965-456B-BBA4-93FAEC4005CE}" presName="sibTrans" presStyleCnt="0"/>
      <dgm:spPr/>
    </dgm:pt>
    <dgm:pt modelId="{7880078B-93CD-4949-9720-68F2ADCD14E7}" type="pres">
      <dgm:prSet presAssocID="{35C46766-8902-41BA-AF62-A6D3329538B9}" presName="compNode" presStyleCnt="0"/>
      <dgm:spPr/>
    </dgm:pt>
    <dgm:pt modelId="{65129287-65FE-4482-993C-887895B38BC8}" type="pres">
      <dgm:prSet presAssocID="{35C46766-8902-41BA-AF62-A6D3329538B9}" presName="bgRect" presStyleLbl="bgShp" presStyleIdx="2" presStyleCnt="5"/>
      <dgm:spPr/>
    </dgm:pt>
    <dgm:pt modelId="{A7F7BF61-7895-4E84-ADCC-FC936B82AE0D}" type="pres">
      <dgm:prSet presAssocID="{35C46766-8902-41BA-AF62-A6D3329538B9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497081F-C960-473B-91B8-AC79E99F9102}" type="pres">
      <dgm:prSet presAssocID="{35C46766-8902-41BA-AF62-A6D3329538B9}" presName="spaceRect" presStyleCnt="0"/>
      <dgm:spPr/>
    </dgm:pt>
    <dgm:pt modelId="{7E55E10D-0FCA-456B-9E20-9B92575CF987}" type="pres">
      <dgm:prSet presAssocID="{35C46766-8902-41BA-AF62-A6D3329538B9}" presName="parTx" presStyleLbl="revTx" presStyleIdx="2" presStyleCnt="5">
        <dgm:presLayoutVars>
          <dgm:chMax val="0"/>
          <dgm:chPref val="0"/>
        </dgm:presLayoutVars>
      </dgm:prSet>
      <dgm:spPr/>
    </dgm:pt>
    <dgm:pt modelId="{2BB4C208-0D1D-4A9C-AEF1-96852CDC4D30}" type="pres">
      <dgm:prSet presAssocID="{3F18DE61-0DCF-4BF7-BA42-961F7F0792CB}" presName="sibTrans" presStyleCnt="0"/>
      <dgm:spPr/>
    </dgm:pt>
    <dgm:pt modelId="{9624857F-B563-4384-B58E-4604485D4805}" type="pres">
      <dgm:prSet presAssocID="{7D6562E0-E65F-46D7-9BD8-CCB0EF9E06C5}" presName="compNode" presStyleCnt="0"/>
      <dgm:spPr/>
    </dgm:pt>
    <dgm:pt modelId="{E20738DB-F4D0-40A3-9377-6ABB458EF0BA}" type="pres">
      <dgm:prSet presAssocID="{7D6562E0-E65F-46D7-9BD8-CCB0EF9E06C5}" presName="bgRect" presStyleLbl="bgShp" presStyleIdx="3" presStyleCnt="5"/>
      <dgm:spPr/>
    </dgm:pt>
    <dgm:pt modelId="{0B4CFB49-6EB5-4D88-9DD6-364AFF54E5D5}" type="pres">
      <dgm:prSet presAssocID="{7D6562E0-E65F-46D7-9BD8-CCB0EF9E06C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B1A35BA0-2BA9-44B6-8B49-B41E2D06DFE6}" type="pres">
      <dgm:prSet presAssocID="{7D6562E0-E65F-46D7-9BD8-CCB0EF9E06C5}" presName="spaceRect" presStyleCnt="0"/>
      <dgm:spPr/>
    </dgm:pt>
    <dgm:pt modelId="{C68D18D0-45DA-47DB-A773-7BEA3306C87B}" type="pres">
      <dgm:prSet presAssocID="{7D6562E0-E65F-46D7-9BD8-CCB0EF9E06C5}" presName="parTx" presStyleLbl="revTx" presStyleIdx="3" presStyleCnt="5">
        <dgm:presLayoutVars>
          <dgm:chMax val="0"/>
          <dgm:chPref val="0"/>
        </dgm:presLayoutVars>
      </dgm:prSet>
      <dgm:spPr/>
    </dgm:pt>
    <dgm:pt modelId="{5A09EEBF-A457-4829-91BB-663956309AE1}" type="pres">
      <dgm:prSet presAssocID="{BEDAC32D-BE33-4274-8048-AB007B68619C}" presName="sibTrans" presStyleCnt="0"/>
      <dgm:spPr/>
    </dgm:pt>
    <dgm:pt modelId="{950491BC-0FD0-40D2-97F3-090D4246EC45}" type="pres">
      <dgm:prSet presAssocID="{9AAA10C6-F8A7-472C-A866-EE2BE91414A5}" presName="compNode" presStyleCnt="0"/>
      <dgm:spPr/>
    </dgm:pt>
    <dgm:pt modelId="{06D2CBE1-1AC6-48C8-B95D-E9A1F216F538}" type="pres">
      <dgm:prSet presAssocID="{9AAA10C6-F8A7-472C-A866-EE2BE91414A5}" presName="bgRect" presStyleLbl="bgShp" presStyleIdx="4" presStyleCnt="5"/>
      <dgm:spPr/>
    </dgm:pt>
    <dgm:pt modelId="{07388F41-44CB-4C14-B1B5-C0B5E5085C64}" type="pres">
      <dgm:prSet presAssocID="{9AAA10C6-F8A7-472C-A866-EE2BE91414A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3FB21AE8-5D13-4D98-A397-DCE81AD1B09A}" type="pres">
      <dgm:prSet presAssocID="{9AAA10C6-F8A7-472C-A866-EE2BE91414A5}" presName="spaceRect" presStyleCnt="0"/>
      <dgm:spPr/>
    </dgm:pt>
    <dgm:pt modelId="{D2342CE6-7FFC-4845-8287-9FB84B2D1F7D}" type="pres">
      <dgm:prSet presAssocID="{9AAA10C6-F8A7-472C-A866-EE2BE91414A5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F54DD03-B34B-4850-A11C-461CC711EFF5}" type="presOf" srcId="{58BF298B-A3C6-43CF-AC57-4711E2354653}" destId="{1B8F40C5-28D8-4418-9663-260A86DBC9E7}" srcOrd="0" destOrd="0" presId="urn:microsoft.com/office/officeart/2018/2/layout/IconVerticalSolidList"/>
    <dgm:cxn modelId="{FCA42913-6881-4ACE-B2BD-F486D8A1BF33}" srcId="{58BF298B-A3C6-43CF-AC57-4711E2354653}" destId="{6719BBB5-2134-4239-8D13-B71B2AFC525A}" srcOrd="1" destOrd="0" parTransId="{BB0D4246-EC7D-4A14-B989-8C1D7331C891}" sibTransId="{11EDEF50-8965-456B-BBA4-93FAEC4005CE}"/>
    <dgm:cxn modelId="{253E7014-D7B0-45D1-A8B4-06B47B456C51}" type="presOf" srcId="{6719BBB5-2134-4239-8D13-B71B2AFC525A}" destId="{7D71DADE-7A11-4B1D-A79D-6E68D5CD2B36}" srcOrd="0" destOrd="0" presId="urn:microsoft.com/office/officeart/2018/2/layout/IconVerticalSolidList"/>
    <dgm:cxn modelId="{876BDB31-8439-4B6F-82BF-3BD9F5F44BF1}" srcId="{58BF298B-A3C6-43CF-AC57-4711E2354653}" destId="{35C46766-8902-41BA-AF62-A6D3329538B9}" srcOrd="2" destOrd="0" parTransId="{76D04B49-E2CA-4198-AB30-4E91D71EB900}" sibTransId="{3F18DE61-0DCF-4BF7-BA42-961F7F0792CB}"/>
    <dgm:cxn modelId="{B4BE0F40-3F85-45A2-857A-71BFA1739D5C}" type="presOf" srcId="{7D6562E0-E65F-46D7-9BD8-CCB0EF9E06C5}" destId="{C68D18D0-45DA-47DB-A773-7BEA3306C87B}" srcOrd="0" destOrd="0" presId="urn:microsoft.com/office/officeart/2018/2/layout/IconVerticalSolidList"/>
    <dgm:cxn modelId="{B84E9B64-AD0D-498B-8B8F-82416AE6D6D2}" type="presOf" srcId="{BC74C388-6F98-42CD-9F27-80F02010CF5D}" destId="{FA59795D-06DD-4FD5-B41F-1108E6FB3267}" srcOrd="0" destOrd="0" presId="urn:microsoft.com/office/officeart/2018/2/layout/IconVerticalSolidList"/>
    <dgm:cxn modelId="{5E73D04E-66EB-4CCA-9959-BF11DF6E2C6F}" srcId="{58BF298B-A3C6-43CF-AC57-4711E2354653}" destId="{7D6562E0-E65F-46D7-9BD8-CCB0EF9E06C5}" srcOrd="3" destOrd="0" parTransId="{B6D66F05-C2FE-4BD3-8295-66B69169882F}" sibTransId="{BEDAC32D-BE33-4274-8048-AB007B68619C}"/>
    <dgm:cxn modelId="{34C9BD80-5323-42F9-9243-C1BF2E740D8E}" srcId="{58BF298B-A3C6-43CF-AC57-4711E2354653}" destId="{BC74C388-6F98-42CD-9F27-80F02010CF5D}" srcOrd="0" destOrd="0" parTransId="{8A7EA82D-F24A-4E0B-A323-5B88CA6D5E38}" sibTransId="{75F897F8-5F51-4466-A9FF-5C0BE1ED70C0}"/>
    <dgm:cxn modelId="{7F8E8991-E149-4586-8024-504A3D3DF8BE}" srcId="{58BF298B-A3C6-43CF-AC57-4711E2354653}" destId="{9AAA10C6-F8A7-472C-A866-EE2BE91414A5}" srcOrd="4" destOrd="0" parTransId="{838C45C9-4AF6-4C2D-A85C-BB12B123BD20}" sibTransId="{CC278BA5-F60C-455F-A2B3-0E3010C5783D}"/>
    <dgm:cxn modelId="{E5F703AE-3676-4255-A206-1C615A654988}" type="presOf" srcId="{35C46766-8902-41BA-AF62-A6D3329538B9}" destId="{7E55E10D-0FCA-456B-9E20-9B92575CF987}" srcOrd="0" destOrd="0" presId="urn:microsoft.com/office/officeart/2018/2/layout/IconVerticalSolidList"/>
    <dgm:cxn modelId="{DE0F9DBF-CC83-4E8E-8B65-1A3AFEF434C8}" type="presOf" srcId="{9AAA10C6-F8A7-472C-A866-EE2BE91414A5}" destId="{D2342CE6-7FFC-4845-8287-9FB84B2D1F7D}" srcOrd="0" destOrd="0" presId="urn:microsoft.com/office/officeart/2018/2/layout/IconVerticalSolidList"/>
    <dgm:cxn modelId="{A68808B9-43FD-442F-ABCC-74EB2963F507}" type="presParOf" srcId="{1B8F40C5-28D8-4418-9663-260A86DBC9E7}" destId="{2A0B354C-7C70-4BCD-B1E0-B0D3A3DCB29A}" srcOrd="0" destOrd="0" presId="urn:microsoft.com/office/officeart/2018/2/layout/IconVerticalSolidList"/>
    <dgm:cxn modelId="{7D424EE9-8FF0-488E-A0CE-8437FC0E6633}" type="presParOf" srcId="{2A0B354C-7C70-4BCD-B1E0-B0D3A3DCB29A}" destId="{830684C9-2058-42E9-9EC3-E6C035472C8E}" srcOrd="0" destOrd="0" presId="urn:microsoft.com/office/officeart/2018/2/layout/IconVerticalSolidList"/>
    <dgm:cxn modelId="{64BF886F-9BC3-4721-B1DF-3CA9F09333A5}" type="presParOf" srcId="{2A0B354C-7C70-4BCD-B1E0-B0D3A3DCB29A}" destId="{6EA374C7-5BBB-43A9-9170-B66868911EB1}" srcOrd="1" destOrd="0" presId="urn:microsoft.com/office/officeart/2018/2/layout/IconVerticalSolidList"/>
    <dgm:cxn modelId="{CDA45AFC-E51B-45B1-93D5-77A4C27D5FE5}" type="presParOf" srcId="{2A0B354C-7C70-4BCD-B1E0-B0D3A3DCB29A}" destId="{A36FAF73-158B-49C0-8F79-99A5B7504941}" srcOrd="2" destOrd="0" presId="urn:microsoft.com/office/officeart/2018/2/layout/IconVerticalSolidList"/>
    <dgm:cxn modelId="{A18D6947-B82C-4169-96B9-CBC656DE556E}" type="presParOf" srcId="{2A0B354C-7C70-4BCD-B1E0-B0D3A3DCB29A}" destId="{FA59795D-06DD-4FD5-B41F-1108E6FB3267}" srcOrd="3" destOrd="0" presId="urn:microsoft.com/office/officeart/2018/2/layout/IconVerticalSolidList"/>
    <dgm:cxn modelId="{2F07E2D2-9E85-4B40-9700-F944D37FDB7A}" type="presParOf" srcId="{1B8F40C5-28D8-4418-9663-260A86DBC9E7}" destId="{2001B105-7A5D-4969-9228-1513145728EF}" srcOrd="1" destOrd="0" presId="urn:microsoft.com/office/officeart/2018/2/layout/IconVerticalSolidList"/>
    <dgm:cxn modelId="{7B322895-7BE7-4443-98D8-BDCE9600519D}" type="presParOf" srcId="{1B8F40C5-28D8-4418-9663-260A86DBC9E7}" destId="{7E5DA23F-8700-452C-9EDA-8DA6D175C004}" srcOrd="2" destOrd="0" presId="urn:microsoft.com/office/officeart/2018/2/layout/IconVerticalSolidList"/>
    <dgm:cxn modelId="{00729ACC-B2ED-4B6F-8F5B-54FE3FC42AB4}" type="presParOf" srcId="{7E5DA23F-8700-452C-9EDA-8DA6D175C004}" destId="{C895AF06-9656-4172-8C7B-09BFD0642927}" srcOrd="0" destOrd="0" presId="urn:microsoft.com/office/officeart/2018/2/layout/IconVerticalSolidList"/>
    <dgm:cxn modelId="{D609E8B0-EBBC-415F-8CAD-355220AA2AAD}" type="presParOf" srcId="{7E5DA23F-8700-452C-9EDA-8DA6D175C004}" destId="{88C8835E-D2AF-4F57-BF56-FFFF05C54562}" srcOrd="1" destOrd="0" presId="urn:microsoft.com/office/officeart/2018/2/layout/IconVerticalSolidList"/>
    <dgm:cxn modelId="{9A403A23-F50E-4281-9B86-2772EB00B95B}" type="presParOf" srcId="{7E5DA23F-8700-452C-9EDA-8DA6D175C004}" destId="{52B3B403-D0DD-4EFA-BA83-6D04A1060147}" srcOrd="2" destOrd="0" presId="urn:microsoft.com/office/officeart/2018/2/layout/IconVerticalSolidList"/>
    <dgm:cxn modelId="{502574EF-FAAA-4E8F-8A0C-23B88CA7086D}" type="presParOf" srcId="{7E5DA23F-8700-452C-9EDA-8DA6D175C004}" destId="{7D71DADE-7A11-4B1D-A79D-6E68D5CD2B36}" srcOrd="3" destOrd="0" presId="urn:microsoft.com/office/officeart/2018/2/layout/IconVerticalSolidList"/>
    <dgm:cxn modelId="{2FDAE0A3-ACA9-4D8B-ADB3-E9DA6177D1D8}" type="presParOf" srcId="{1B8F40C5-28D8-4418-9663-260A86DBC9E7}" destId="{28E8936B-76E5-4CBC-9E6C-EFFA4AC73EA0}" srcOrd="3" destOrd="0" presId="urn:microsoft.com/office/officeart/2018/2/layout/IconVerticalSolidList"/>
    <dgm:cxn modelId="{6F61DB0B-7D61-4417-9018-8D2D2CF3FB2C}" type="presParOf" srcId="{1B8F40C5-28D8-4418-9663-260A86DBC9E7}" destId="{7880078B-93CD-4949-9720-68F2ADCD14E7}" srcOrd="4" destOrd="0" presId="urn:microsoft.com/office/officeart/2018/2/layout/IconVerticalSolidList"/>
    <dgm:cxn modelId="{B97CF329-81CD-4A7F-BB1F-648D177EDD6C}" type="presParOf" srcId="{7880078B-93CD-4949-9720-68F2ADCD14E7}" destId="{65129287-65FE-4482-993C-887895B38BC8}" srcOrd="0" destOrd="0" presId="urn:microsoft.com/office/officeart/2018/2/layout/IconVerticalSolidList"/>
    <dgm:cxn modelId="{45CD3B8B-7F5A-4E6A-9030-8D152C8EAA00}" type="presParOf" srcId="{7880078B-93CD-4949-9720-68F2ADCD14E7}" destId="{A7F7BF61-7895-4E84-ADCC-FC936B82AE0D}" srcOrd="1" destOrd="0" presId="urn:microsoft.com/office/officeart/2018/2/layout/IconVerticalSolidList"/>
    <dgm:cxn modelId="{B866419E-AA19-44D3-8188-D22E5BBD7FE0}" type="presParOf" srcId="{7880078B-93CD-4949-9720-68F2ADCD14E7}" destId="{A497081F-C960-473B-91B8-AC79E99F9102}" srcOrd="2" destOrd="0" presId="urn:microsoft.com/office/officeart/2018/2/layout/IconVerticalSolidList"/>
    <dgm:cxn modelId="{26026D1B-3679-4669-95A4-927198D313CA}" type="presParOf" srcId="{7880078B-93CD-4949-9720-68F2ADCD14E7}" destId="{7E55E10D-0FCA-456B-9E20-9B92575CF987}" srcOrd="3" destOrd="0" presId="urn:microsoft.com/office/officeart/2018/2/layout/IconVerticalSolidList"/>
    <dgm:cxn modelId="{E2912442-AF27-42A1-8E3B-6491055BE497}" type="presParOf" srcId="{1B8F40C5-28D8-4418-9663-260A86DBC9E7}" destId="{2BB4C208-0D1D-4A9C-AEF1-96852CDC4D30}" srcOrd="5" destOrd="0" presId="urn:microsoft.com/office/officeart/2018/2/layout/IconVerticalSolidList"/>
    <dgm:cxn modelId="{F682E0DF-18FD-4C76-A596-50DF3B9CC2A8}" type="presParOf" srcId="{1B8F40C5-28D8-4418-9663-260A86DBC9E7}" destId="{9624857F-B563-4384-B58E-4604485D4805}" srcOrd="6" destOrd="0" presId="urn:microsoft.com/office/officeart/2018/2/layout/IconVerticalSolidList"/>
    <dgm:cxn modelId="{91389288-0DA0-4AEB-B29F-E81975727BAA}" type="presParOf" srcId="{9624857F-B563-4384-B58E-4604485D4805}" destId="{E20738DB-F4D0-40A3-9377-6ABB458EF0BA}" srcOrd="0" destOrd="0" presId="urn:microsoft.com/office/officeart/2018/2/layout/IconVerticalSolidList"/>
    <dgm:cxn modelId="{F3A8EB7F-6BB0-42DA-BB07-931BD6CEB89A}" type="presParOf" srcId="{9624857F-B563-4384-B58E-4604485D4805}" destId="{0B4CFB49-6EB5-4D88-9DD6-364AFF54E5D5}" srcOrd="1" destOrd="0" presId="urn:microsoft.com/office/officeart/2018/2/layout/IconVerticalSolidList"/>
    <dgm:cxn modelId="{931BE137-1637-46EB-8EEC-D928DD662A90}" type="presParOf" srcId="{9624857F-B563-4384-B58E-4604485D4805}" destId="{B1A35BA0-2BA9-44B6-8B49-B41E2D06DFE6}" srcOrd="2" destOrd="0" presId="urn:microsoft.com/office/officeart/2018/2/layout/IconVerticalSolidList"/>
    <dgm:cxn modelId="{BFF7D155-D856-4AC4-AD41-A9814C6FC867}" type="presParOf" srcId="{9624857F-B563-4384-B58E-4604485D4805}" destId="{C68D18D0-45DA-47DB-A773-7BEA3306C87B}" srcOrd="3" destOrd="0" presId="urn:microsoft.com/office/officeart/2018/2/layout/IconVerticalSolidList"/>
    <dgm:cxn modelId="{57C62307-0309-4A92-A69A-076747575AB6}" type="presParOf" srcId="{1B8F40C5-28D8-4418-9663-260A86DBC9E7}" destId="{5A09EEBF-A457-4829-91BB-663956309AE1}" srcOrd="7" destOrd="0" presId="urn:microsoft.com/office/officeart/2018/2/layout/IconVerticalSolidList"/>
    <dgm:cxn modelId="{9CDD59A6-52A6-4307-96FB-B95D03AF3C18}" type="presParOf" srcId="{1B8F40C5-28D8-4418-9663-260A86DBC9E7}" destId="{950491BC-0FD0-40D2-97F3-090D4246EC45}" srcOrd="8" destOrd="0" presId="urn:microsoft.com/office/officeart/2018/2/layout/IconVerticalSolidList"/>
    <dgm:cxn modelId="{7C1EEDE3-8D24-41CE-8BCB-9B4746F44429}" type="presParOf" srcId="{950491BC-0FD0-40D2-97F3-090D4246EC45}" destId="{06D2CBE1-1AC6-48C8-B95D-E9A1F216F538}" srcOrd="0" destOrd="0" presId="urn:microsoft.com/office/officeart/2018/2/layout/IconVerticalSolidList"/>
    <dgm:cxn modelId="{92FA1355-ED7B-4893-A8BC-DFF8BFE9DD5D}" type="presParOf" srcId="{950491BC-0FD0-40D2-97F3-090D4246EC45}" destId="{07388F41-44CB-4C14-B1B5-C0B5E5085C64}" srcOrd="1" destOrd="0" presId="urn:microsoft.com/office/officeart/2018/2/layout/IconVerticalSolidList"/>
    <dgm:cxn modelId="{14CD1333-2DDE-4CBB-9AF1-DFA9AEB178DC}" type="presParOf" srcId="{950491BC-0FD0-40D2-97F3-090D4246EC45}" destId="{3FB21AE8-5D13-4D98-A397-DCE81AD1B09A}" srcOrd="2" destOrd="0" presId="urn:microsoft.com/office/officeart/2018/2/layout/IconVerticalSolidList"/>
    <dgm:cxn modelId="{2802DD4F-0F0A-4482-BADF-282001655901}" type="presParOf" srcId="{950491BC-0FD0-40D2-97F3-090D4246EC45}" destId="{D2342CE6-7FFC-4845-8287-9FB84B2D1F7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091EA30-3222-4D70-83D3-A341EE4F8384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CC3EC65-BFDC-4B9A-8A41-3E64210F0CD5}">
      <dgm:prSet/>
      <dgm:spPr/>
      <dgm:t>
        <a:bodyPr/>
        <a:lstStyle/>
        <a:p>
          <a:r>
            <a:rPr lang="en-GB"/>
            <a:t>Research gap addressed</a:t>
          </a:r>
          <a:endParaRPr lang="en-US"/>
        </a:p>
      </dgm:t>
    </dgm:pt>
    <dgm:pt modelId="{1491D470-B320-4296-A8C8-FDD37A30FCBE}" type="parTrans" cxnId="{66BC58BD-36F5-41B3-B2C8-14CA25310762}">
      <dgm:prSet/>
      <dgm:spPr/>
      <dgm:t>
        <a:bodyPr/>
        <a:lstStyle/>
        <a:p>
          <a:endParaRPr lang="en-US"/>
        </a:p>
      </dgm:t>
    </dgm:pt>
    <dgm:pt modelId="{026B2A1D-8E6D-456D-8D8A-2365EA22F38D}" type="sibTrans" cxnId="{66BC58BD-36F5-41B3-B2C8-14CA25310762}">
      <dgm:prSet/>
      <dgm:spPr/>
      <dgm:t>
        <a:bodyPr/>
        <a:lstStyle/>
        <a:p>
          <a:endParaRPr lang="en-US"/>
        </a:p>
      </dgm:t>
    </dgm:pt>
    <dgm:pt modelId="{199EDFBB-9AA8-40CF-B944-FEE9ADEC98E5}">
      <dgm:prSet/>
      <dgm:spPr/>
      <dgm:t>
        <a:bodyPr/>
        <a:lstStyle/>
        <a:p>
          <a:r>
            <a:rPr lang="en-GB"/>
            <a:t>Feasible methodology</a:t>
          </a:r>
          <a:endParaRPr lang="en-US"/>
        </a:p>
      </dgm:t>
    </dgm:pt>
    <dgm:pt modelId="{9D9336BB-6ACB-48A6-AECE-B21D8DDF4832}" type="parTrans" cxnId="{B0617FBD-5D8D-4E88-859F-9CB75D184FC1}">
      <dgm:prSet/>
      <dgm:spPr/>
      <dgm:t>
        <a:bodyPr/>
        <a:lstStyle/>
        <a:p>
          <a:endParaRPr lang="en-US"/>
        </a:p>
      </dgm:t>
    </dgm:pt>
    <dgm:pt modelId="{80F3277B-94F6-4499-9FC2-E566B6047A30}" type="sibTrans" cxnId="{B0617FBD-5D8D-4E88-859F-9CB75D184FC1}">
      <dgm:prSet/>
      <dgm:spPr/>
      <dgm:t>
        <a:bodyPr/>
        <a:lstStyle/>
        <a:p>
          <a:endParaRPr lang="en-US"/>
        </a:p>
      </dgm:t>
    </dgm:pt>
    <dgm:pt modelId="{FB9F0763-2C7A-4AE5-8FBB-A4DFA4B187B9}">
      <dgm:prSet/>
      <dgm:spPr/>
      <dgm:t>
        <a:bodyPr/>
        <a:lstStyle/>
        <a:p>
          <a:r>
            <a:rPr lang="en-GB"/>
            <a:t>Contribution to computing</a:t>
          </a:r>
          <a:endParaRPr lang="en-US"/>
        </a:p>
      </dgm:t>
    </dgm:pt>
    <dgm:pt modelId="{953D6717-9B19-414F-889B-B42F0DF2149F}" type="parTrans" cxnId="{7BAC9685-6109-4B6C-97C3-EC07FA19A1DC}">
      <dgm:prSet/>
      <dgm:spPr/>
      <dgm:t>
        <a:bodyPr/>
        <a:lstStyle/>
        <a:p>
          <a:endParaRPr lang="en-US"/>
        </a:p>
      </dgm:t>
    </dgm:pt>
    <dgm:pt modelId="{E82CD190-FE17-4453-9790-5545B8E8E1EB}" type="sibTrans" cxnId="{7BAC9685-6109-4B6C-97C3-EC07FA19A1DC}">
      <dgm:prSet/>
      <dgm:spPr/>
      <dgm:t>
        <a:bodyPr/>
        <a:lstStyle/>
        <a:p>
          <a:endParaRPr lang="en-US"/>
        </a:p>
      </dgm:t>
    </dgm:pt>
    <dgm:pt modelId="{13AF59FF-BC34-42CF-B746-D41FA527B002}" type="pres">
      <dgm:prSet presAssocID="{F091EA30-3222-4D70-83D3-A341EE4F8384}" presName="vert0" presStyleCnt="0">
        <dgm:presLayoutVars>
          <dgm:dir/>
          <dgm:animOne val="branch"/>
          <dgm:animLvl val="lvl"/>
        </dgm:presLayoutVars>
      </dgm:prSet>
      <dgm:spPr/>
    </dgm:pt>
    <dgm:pt modelId="{5C727F7B-0C6A-40ED-8F1F-DF2B44595D24}" type="pres">
      <dgm:prSet presAssocID="{ACC3EC65-BFDC-4B9A-8A41-3E64210F0CD5}" presName="thickLine" presStyleLbl="alignNode1" presStyleIdx="0" presStyleCnt="3"/>
      <dgm:spPr/>
    </dgm:pt>
    <dgm:pt modelId="{44F34FA3-8310-43F8-8AC2-3D74D04DD4FC}" type="pres">
      <dgm:prSet presAssocID="{ACC3EC65-BFDC-4B9A-8A41-3E64210F0CD5}" presName="horz1" presStyleCnt="0"/>
      <dgm:spPr/>
    </dgm:pt>
    <dgm:pt modelId="{B28E7AC8-03E8-4152-AF69-E075C7E0BF85}" type="pres">
      <dgm:prSet presAssocID="{ACC3EC65-BFDC-4B9A-8A41-3E64210F0CD5}" presName="tx1" presStyleLbl="revTx" presStyleIdx="0" presStyleCnt="3"/>
      <dgm:spPr/>
    </dgm:pt>
    <dgm:pt modelId="{3BC1FC3A-CD53-418B-A1FF-3462390A1664}" type="pres">
      <dgm:prSet presAssocID="{ACC3EC65-BFDC-4B9A-8A41-3E64210F0CD5}" presName="vert1" presStyleCnt="0"/>
      <dgm:spPr/>
    </dgm:pt>
    <dgm:pt modelId="{83760C2B-1E4B-43A2-9763-2D0ED754B5B9}" type="pres">
      <dgm:prSet presAssocID="{199EDFBB-9AA8-40CF-B944-FEE9ADEC98E5}" presName="thickLine" presStyleLbl="alignNode1" presStyleIdx="1" presStyleCnt="3"/>
      <dgm:spPr/>
    </dgm:pt>
    <dgm:pt modelId="{7ED96252-9052-4258-8010-67D5A5C5FB3D}" type="pres">
      <dgm:prSet presAssocID="{199EDFBB-9AA8-40CF-B944-FEE9ADEC98E5}" presName="horz1" presStyleCnt="0"/>
      <dgm:spPr/>
    </dgm:pt>
    <dgm:pt modelId="{D8933747-B296-4626-AF6D-7A86DE1C778F}" type="pres">
      <dgm:prSet presAssocID="{199EDFBB-9AA8-40CF-B944-FEE9ADEC98E5}" presName="tx1" presStyleLbl="revTx" presStyleIdx="1" presStyleCnt="3"/>
      <dgm:spPr/>
    </dgm:pt>
    <dgm:pt modelId="{6C3B7C53-4F33-4685-A7E5-295603238A7E}" type="pres">
      <dgm:prSet presAssocID="{199EDFBB-9AA8-40CF-B944-FEE9ADEC98E5}" presName="vert1" presStyleCnt="0"/>
      <dgm:spPr/>
    </dgm:pt>
    <dgm:pt modelId="{CECB2302-CCAD-4E70-BDB1-BDE0D0B0848F}" type="pres">
      <dgm:prSet presAssocID="{FB9F0763-2C7A-4AE5-8FBB-A4DFA4B187B9}" presName="thickLine" presStyleLbl="alignNode1" presStyleIdx="2" presStyleCnt="3"/>
      <dgm:spPr/>
    </dgm:pt>
    <dgm:pt modelId="{82DA0DC1-26E1-4B1D-AA9A-DFC164277CF1}" type="pres">
      <dgm:prSet presAssocID="{FB9F0763-2C7A-4AE5-8FBB-A4DFA4B187B9}" presName="horz1" presStyleCnt="0"/>
      <dgm:spPr/>
    </dgm:pt>
    <dgm:pt modelId="{22E5BF6A-9B8C-4ED4-AC65-6E4911909E78}" type="pres">
      <dgm:prSet presAssocID="{FB9F0763-2C7A-4AE5-8FBB-A4DFA4B187B9}" presName="tx1" presStyleLbl="revTx" presStyleIdx="2" presStyleCnt="3"/>
      <dgm:spPr/>
    </dgm:pt>
    <dgm:pt modelId="{B402AB7A-C060-4946-95A9-005470D39B5C}" type="pres">
      <dgm:prSet presAssocID="{FB9F0763-2C7A-4AE5-8FBB-A4DFA4B187B9}" presName="vert1" presStyleCnt="0"/>
      <dgm:spPr/>
    </dgm:pt>
  </dgm:ptLst>
  <dgm:cxnLst>
    <dgm:cxn modelId="{C977BC05-F8D6-41F3-AADE-ECCC8FC108F0}" type="presOf" srcId="{F091EA30-3222-4D70-83D3-A341EE4F8384}" destId="{13AF59FF-BC34-42CF-B746-D41FA527B002}" srcOrd="0" destOrd="0" presId="urn:microsoft.com/office/officeart/2008/layout/LinedList"/>
    <dgm:cxn modelId="{48265218-AB12-4680-8E70-75B22E1DCC06}" type="presOf" srcId="{ACC3EC65-BFDC-4B9A-8A41-3E64210F0CD5}" destId="{B28E7AC8-03E8-4152-AF69-E075C7E0BF85}" srcOrd="0" destOrd="0" presId="urn:microsoft.com/office/officeart/2008/layout/LinedList"/>
    <dgm:cxn modelId="{48AADE25-2157-4B42-8D79-058C65CCF28C}" type="presOf" srcId="{FB9F0763-2C7A-4AE5-8FBB-A4DFA4B187B9}" destId="{22E5BF6A-9B8C-4ED4-AC65-6E4911909E78}" srcOrd="0" destOrd="0" presId="urn:microsoft.com/office/officeart/2008/layout/LinedList"/>
    <dgm:cxn modelId="{7BAC9685-6109-4B6C-97C3-EC07FA19A1DC}" srcId="{F091EA30-3222-4D70-83D3-A341EE4F8384}" destId="{FB9F0763-2C7A-4AE5-8FBB-A4DFA4B187B9}" srcOrd="2" destOrd="0" parTransId="{953D6717-9B19-414F-889B-B42F0DF2149F}" sibTransId="{E82CD190-FE17-4453-9790-5545B8E8E1EB}"/>
    <dgm:cxn modelId="{66BC58BD-36F5-41B3-B2C8-14CA25310762}" srcId="{F091EA30-3222-4D70-83D3-A341EE4F8384}" destId="{ACC3EC65-BFDC-4B9A-8A41-3E64210F0CD5}" srcOrd="0" destOrd="0" parTransId="{1491D470-B320-4296-A8C8-FDD37A30FCBE}" sibTransId="{026B2A1D-8E6D-456D-8D8A-2365EA22F38D}"/>
    <dgm:cxn modelId="{B0617FBD-5D8D-4E88-859F-9CB75D184FC1}" srcId="{F091EA30-3222-4D70-83D3-A341EE4F8384}" destId="{199EDFBB-9AA8-40CF-B944-FEE9ADEC98E5}" srcOrd="1" destOrd="0" parTransId="{9D9336BB-6ACB-48A6-AECE-B21D8DDF4832}" sibTransId="{80F3277B-94F6-4499-9FC2-E566B6047A30}"/>
    <dgm:cxn modelId="{63F56AE3-1E42-4278-B68E-B71411684AAC}" type="presOf" srcId="{199EDFBB-9AA8-40CF-B944-FEE9ADEC98E5}" destId="{D8933747-B296-4626-AF6D-7A86DE1C778F}" srcOrd="0" destOrd="0" presId="urn:microsoft.com/office/officeart/2008/layout/LinedList"/>
    <dgm:cxn modelId="{8F2C8E13-A6B9-4D63-AD56-674F33B658E8}" type="presParOf" srcId="{13AF59FF-BC34-42CF-B746-D41FA527B002}" destId="{5C727F7B-0C6A-40ED-8F1F-DF2B44595D24}" srcOrd="0" destOrd="0" presId="urn:microsoft.com/office/officeart/2008/layout/LinedList"/>
    <dgm:cxn modelId="{F724541C-A94E-4913-9602-55AB88B8EAED}" type="presParOf" srcId="{13AF59FF-BC34-42CF-B746-D41FA527B002}" destId="{44F34FA3-8310-43F8-8AC2-3D74D04DD4FC}" srcOrd="1" destOrd="0" presId="urn:microsoft.com/office/officeart/2008/layout/LinedList"/>
    <dgm:cxn modelId="{DF034250-AC57-4A23-8466-74EC751E170F}" type="presParOf" srcId="{44F34FA3-8310-43F8-8AC2-3D74D04DD4FC}" destId="{B28E7AC8-03E8-4152-AF69-E075C7E0BF85}" srcOrd="0" destOrd="0" presId="urn:microsoft.com/office/officeart/2008/layout/LinedList"/>
    <dgm:cxn modelId="{36D95456-5BDC-4B9A-98F6-4FB945002824}" type="presParOf" srcId="{44F34FA3-8310-43F8-8AC2-3D74D04DD4FC}" destId="{3BC1FC3A-CD53-418B-A1FF-3462390A1664}" srcOrd="1" destOrd="0" presId="urn:microsoft.com/office/officeart/2008/layout/LinedList"/>
    <dgm:cxn modelId="{85BA859E-3169-430B-8AAF-6D8C663F2B14}" type="presParOf" srcId="{13AF59FF-BC34-42CF-B746-D41FA527B002}" destId="{83760C2B-1E4B-43A2-9763-2D0ED754B5B9}" srcOrd="2" destOrd="0" presId="urn:microsoft.com/office/officeart/2008/layout/LinedList"/>
    <dgm:cxn modelId="{01696C54-41C6-42FE-B8A1-F8EE5AE43D36}" type="presParOf" srcId="{13AF59FF-BC34-42CF-B746-D41FA527B002}" destId="{7ED96252-9052-4258-8010-67D5A5C5FB3D}" srcOrd="3" destOrd="0" presId="urn:microsoft.com/office/officeart/2008/layout/LinedList"/>
    <dgm:cxn modelId="{D61CEDF0-F124-45FF-8401-42662921EF78}" type="presParOf" srcId="{7ED96252-9052-4258-8010-67D5A5C5FB3D}" destId="{D8933747-B296-4626-AF6D-7A86DE1C778F}" srcOrd="0" destOrd="0" presId="urn:microsoft.com/office/officeart/2008/layout/LinedList"/>
    <dgm:cxn modelId="{84E40A5C-053C-41B8-B29E-6EFD8F5F5827}" type="presParOf" srcId="{7ED96252-9052-4258-8010-67D5A5C5FB3D}" destId="{6C3B7C53-4F33-4685-A7E5-295603238A7E}" srcOrd="1" destOrd="0" presId="urn:microsoft.com/office/officeart/2008/layout/LinedList"/>
    <dgm:cxn modelId="{6767C916-3714-4039-839C-C9B4DAD35EB2}" type="presParOf" srcId="{13AF59FF-BC34-42CF-B746-D41FA527B002}" destId="{CECB2302-CCAD-4E70-BDB1-BDE0D0B0848F}" srcOrd="4" destOrd="0" presId="urn:microsoft.com/office/officeart/2008/layout/LinedList"/>
    <dgm:cxn modelId="{83A0E8B4-BF1D-4A26-93C0-6CFD8056FE75}" type="presParOf" srcId="{13AF59FF-BC34-42CF-B746-D41FA527B002}" destId="{82DA0DC1-26E1-4B1D-AA9A-DFC164277CF1}" srcOrd="5" destOrd="0" presId="urn:microsoft.com/office/officeart/2008/layout/LinedList"/>
    <dgm:cxn modelId="{82F735A7-BF5B-401E-AE8F-630909B434FD}" type="presParOf" srcId="{82DA0DC1-26E1-4B1D-AA9A-DFC164277CF1}" destId="{22E5BF6A-9B8C-4ED4-AC65-6E4911909E78}" srcOrd="0" destOrd="0" presId="urn:microsoft.com/office/officeart/2008/layout/LinedList"/>
    <dgm:cxn modelId="{97270FF3-0183-4128-B414-3682CF076120}" type="presParOf" srcId="{82DA0DC1-26E1-4B1D-AA9A-DFC164277CF1}" destId="{B402AB7A-C060-4946-95A9-005470D39B5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B3A8CB-D45C-4F12-AAD2-FB59DEFF1D30}">
      <dsp:nvSpPr>
        <dsp:cNvPr id="0" name=""/>
        <dsp:cNvSpPr/>
      </dsp:nvSpPr>
      <dsp:spPr>
        <a:xfrm>
          <a:off x="0" y="1921"/>
          <a:ext cx="5924550" cy="9737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934902-C186-4B28-8206-0DACA3547E18}">
      <dsp:nvSpPr>
        <dsp:cNvPr id="0" name=""/>
        <dsp:cNvSpPr/>
      </dsp:nvSpPr>
      <dsp:spPr>
        <a:xfrm>
          <a:off x="294559" y="221014"/>
          <a:ext cx="535561" cy="53556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EEA399-DF84-4F3B-8372-1FAAB47623B8}">
      <dsp:nvSpPr>
        <dsp:cNvPr id="0" name=""/>
        <dsp:cNvSpPr/>
      </dsp:nvSpPr>
      <dsp:spPr>
        <a:xfrm>
          <a:off x="1124680" y="1921"/>
          <a:ext cx="4799869" cy="973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055" tIns="103055" rIns="103055" bIns="10305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Review literature</a:t>
          </a:r>
          <a:endParaRPr lang="en-US" sz="2200" kern="1200"/>
        </a:p>
      </dsp:txBody>
      <dsp:txXfrm>
        <a:off x="1124680" y="1921"/>
        <a:ext cx="4799869" cy="973748"/>
      </dsp:txXfrm>
    </dsp:sp>
    <dsp:sp modelId="{25234540-8D62-4A21-8A0B-5723A33E2889}">
      <dsp:nvSpPr>
        <dsp:cNvPr id="0" name=""/>
        <dsp:cNvSpPr/>
      </dsp:nvSpPr>
      <dsp:spPr>
        <a:xfrm>
          <a:off x="0" y="1219107"/>
          <a:ext cx="5924550" cy="9737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C88669-4F52-44FC-A906-01A8DAB58B90}">
      <dsp:nvSpPr>
        <dsp:cNvPr id="0" name=""/>
        <dsp:cNvSpPr/>
      </dsp:nvSpPr>
      <dsp:spPr>
        <a:xfrm>
          <a:off x="294559" y="1438200"/>
          <a:ext cx="535561" cy="53556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193026-F7BA-4E55-9566-49B294B62F1E}">
      <dsp:nvSpPr>
        <dsp:cNvPr id="0" name=""/>
        <dsp:cNvSpPr/>
      </dsp:nvSpPr>
      <dsp:spPr>
        <a:xfrm>
          <a:off x="1124680" y="1219107"/>
          <a:ext cx="4799869" cy="973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055" tIns="103055" rIns="103055" bIns="10305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Examine security outcomes</a:t>
          </a:r>
          <a:endParaRPr lang="en-US" sz="2200" kern="1200"/>
        </a:p>
      </dsp:txBody>
      <dsp:txXfrm>
        <a:off x="1124680" y="1219107"/>
        <a:ext cx="4799869" cy="973748"/>
      </dsp:txXfrm>
    </dsp:sp>
    <dsp:sp modelId="{C0EA6B02-65C7-4E20-9A16-E903CD10D530}">
      <dsp:nvSpPr>
        <dsp:cNvPr id="0" name=""/>
        <dsp:cNvSpPr/>
      </dsp:nvSpPr>
      <dsp:spPr>
        <a:xfrm>
          <a:off x="0" y="2436293"/>
          <a:ext cx="5924550" cy="9737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AFB9F3-8C3E-410A-B5F6-F625112E265A}">
      <dsp:nvSpPr>
        <dsp:cNvPr id="0" name=""/>
        <dsp:cNvSpPr/>
      </dsp:nvSpPr>
      <dsp:spPr>
        <a:xfrm>
          <a:off x="294559" y="2655387"/>
          <a:ext cx="535561" cy="53556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7220D1-2606-4CE3-B585-71609D1AF010}">
      <dsp:nvSpPr>
        <dsp:cNvPr id="0" name=""/>
        <dsp:cNvSpPr/>
      </dsp:nvSpPr>
      <dsp:spPr>
        <a:xfrm>
          <a:off x="1124680" y="2436293"/>
          <a:ext cx="4799869" cy="973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055" tIns="103055" rIns="103055" bIns="10305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Analyse operational efficiency</a:t>
          </a:r>
          <a:endParaRPr lang="en-US" sz="2200" kern="1200"/>
        </a:p>
      </dsp:txBody>
      <dsp:txXfrm>
        <a:off x="1124680" y="2436293"/>
        <a:ext cx="4799869" cy="973748"/>
      </dsp:txXfrm>
    </dsp:sp>
    <dsp:sp modelId="{F0075763-1903-4511-8A18-78CF4A88DA2A}">
      <dsp:nvSpPr>
        <dsp:cNvPr id="0" name=""/>
        <dsp:cNvSpPr/>
      </dsp:nvSpPr>
      <dsp:spPr>
        <a:xfrm>
          <a:off x="0" y="3653479"/>
          <a:ext cx="5924550" cy="9737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3AE952-6784-4A0D-9285-8B35BC4CB660}">
      <dsp:nvSpPr>
        <dsp:cNvPr id="0" name=""/>
        <dsp:cNvSpPr/>
      </dsp:nvSpPr>
      <dsp:spPr>
        <a:xfrm>
          <a:off x="294559" y="3872573"/>
          <a:ext cx="535561" cy="53556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B3C63E-0B0C-441B-B4F4-CD95C4D186F2}">
      <dsp:nvSpPr>
        <dsp:cNvPr id="0" name=""/>
        <dsp:cNvSpPr/>
      </dsp:nvSpPr>
      <dsp:spPr>
        <a:xfrm>
          <a:off x="1124680" y="3653479"/>
          <a:ext cx="4799869" cy="973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055" tIns="103055" rIns="103055" bIns="10305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Identify challenges</a:t>
          </a:r>
          <a:endParaRPr lang="en-US" sz="2200" kern="1200"/>
        </a:p>
      </dsp:txBody>
      <dsp:txXfrm>
        <a:off x="1124680" y="3653479"/>
        <a:ext cx="4799869" cy="9737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885017-1F95-49ED-892B-0CDD554EE2A7}">
      <dsp:nvSpPr>
        <dsp:cNvPr id="0" name=""/>
        <dsp:cNvSpPr/>
      </dsp:nvSpPr>
      <dsp:spPr>
        <a:xfrm>
          <a:off x="378923" y="1777"/>
          <a:ext cx="1064759" cy="106475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88AC02-3C15-4AC2-95F7-ABB98A620F0C}">
      <dsp:nvSpPr>
        <dsp:cNvPr id="0" name=""/>
        <dsp:cNvSpPr/>
      </dsp:nvSpPr>
      <dsp:spPr>
        <a:xfrm>
          <a:off x="605839" y="228693"/>
          <a:ext cx="610927" cy="61092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5DDB08-D6D7-4946-AA0D-20F01F24612B}">
      <dsp:nvSpPr>
        <dsp:cNvPr id="0" name=""/>
        <dsp:cNvSpPr/>
      </dsp:nvSpPr>
      <dsp:spPr>
        <a:xfrm>
          <a:off x="38549" y="1398183"/>
          <a:ext cx="1745507" cy="6982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kern="1200"/>
            <a:t>Cloud computing foundations</a:t>
          </a:r>
          <a:endParaRPr lang="en-US" sz="1700" kern="1200"/>
        </a:p>
      </dsp:txBody>
      <dsp:txXfrm>
        <a:off x="38549" y="1398183"/>
        <a:ext cx="1745507" cy="698203"/>
      </dsp:txXfrm>
    </dsp:sp>
    <dsp:sp modelId="{F6F06339-448C-4FC0-8EFF-1DEE19BB262A}">
      <dsp:nvSpPr>
        <dsp:cNvPr id="0" name=""/>
        <dsp:cNvSpPr/>
      </dsp:nvSpPr>
      <dsp:spPr>
        <a:xfrm>
          <a:off x="2429895" y="1777"/>
          <a:ext cx="1064759" cy="106475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02764D-7FC0-4388-9029-8CD0A590BEE5}">
      <dsp:nvSpPr>
        <dsp:cNvPr id="0" name=""/>
        <dsp:cNvSpPr/>
      </dsp:nvSpPr>
      <dsp:spPr>
        <a:xfrm>
          <a:off x="2656811" y="228693"/>
          <a:ext cx="610927" cy="61092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050FE2-9FB4-4961-8FF6-7FC872194DAB}">
      <dsp:nvSpPr>
        <dsp:cNvPr id="0" name=""/>
        <dsp:cNvSpPr/>
      </dsp:nvSpPr>
      <dsp:spPr>
        <a:xfrm>
          <a:off x="2089521" y="1398183"/>
          <a:ext cx="1745507" cy="6982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kern="1200"/>
            <a:t>Unified Endpoint Management</a:t>
          </a:r>
          <a:endParaRPr lang="en-US" sz="1700" kern="1200"/>
        </a:p>
      </dsp:txBody>
      <dsp:txXfrm>
        <a:off x="2089521" y="1398183"/>
        <a:ext cx="1745507" cy="698203"/>
      </dsp:txXfrm>
    </dsp:sp>
    <dsp:sp modelId="{5E9DB742-AAA9-47E0-B3AB-2F9D85D5F9A8}">
      <dsp:nvSpPr>
        <dsp:cNvPr id="0" name=""/>
        <dsp:cNvSpPr/>
      </dsp:nvSpPr>
      <dsp:spPr>
        <a:xfrm>
          <a:off x="4480866" y="1777"/>
          <a:ext cx="1064759" cy="106475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154F85-1A17-4FBC-878B-04BAC2924093}">
      <dsp:nvSpPr>
        <dsp:cNvPr id="0" name=""/>
        <dsp:cNvSpPr/>
      </dsp:nvSpPr>
      <dsp:spPr>
        <a:xfrm>
          <a:off x="4707782" y="228693"/>
          <a:ext cx="610927" cy="61092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AC3ADA-0397-492F-90C3-E2A273DEDDAD}">
      <dsp:nvSpPr>
        <dsp:cNvPr id="0" name=""/>
        <dsp:cNvSpPr/>
      </dsp:nvSpPr>
      <dsp:spPr>
        <a:xfrm>
          <a:off x="4140492" y="1398183"/>
          <a:ext cx="1745507" cy="6982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kern="1200"/>
            <a:t>Zero Trust security</a:t>
          </a:r>
          <a:endParaRPr lang="en-US" sz="1700" kern="1200"/>
        </a:p>
      </dsp:txBody>
      <dsp:txXfrm>
        <a:off x="4140492" y="1398183"/>
        <a:ext cx="1745507" cy="698203"/>
      </dsp:txXfrm>
    </dsp:sp>
    <dsp:sp modelId="{6BC5D83A-663A-4BE1-8A30-9F466FB3ADFA}">
      <dsp:nvSpPr>
        <dsp:cNvPr id="0" name=""/>
        <dsp:cNvSpPr/>
      </dsp:nvSpPr>
      <dsp:spPr>
        <a:xfrm>
          <a:off x="2429895" y="2532763"/>
          <a:ext cx="1064759" cy="106475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BA7E81-EE1F-47BB-9A3F-A58B43538B01}">
      <dsp:nvSpPr>
        <dsp:cNvPr id="0" name=""/>
        <dsp:cNvSpPr/>
      </dsp:nvSpPr>
      <dsp:spPr>
        <a:xfrm>
          <a:off x="2656811" y="2759679"/>
          <a:ext cx="610927" cy="61092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E79E76-B8EF-4132-85AA-D9430C77863B}">
      <dsp:nvSpPr>
        <dsp:cNvPr id="0" name=""/>
        <dsp:cNvSpPr/>
      </dsp:nvSpPr>
      <dsp:spPr>
        <a:xfrm>
          <a:off x="2089521" y="3929169"/>
          <a:ext cx="1745507" cy="6982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i="1" kern="1200"/>
            <a:t>(Optional visual: layered model)</a:t>
          </a:r>
          <a:endParaRPr lang="en-US" sz="1700" kern="1200"/>
        </a:p>
      </dsp:txBody>
      <dsp:txXfrm>
        <a:off x="2089521" y="3929169"/>
        <a:ext cx="1745507" cy="69820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3BAE35-F3B1-46F1-9FB5-CC3755358DE4}">
      <dsp:nvSpPr>
        <dsp:cNvPr id="0" name=""/>
        <dsp:cNvSpPr/>
      </dsp:nvSpPr>
      <dsp:spPr>
        <a:xfrm>
          <a:off x="478837" y="91200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6A4523-A402-4549-86FB-2049EFC7C945}">
      <dsp:nvSpPr>
        <dsp:cNvPr id="0" name=""/>
        <dsp:cNvSpPr/>
      </dsp:nvSpPr>
      <dsp:spPr>
        <a:xfrm>
          <a:off x="478837" y="173750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600" b="1" kern="1200"/>
            <a:t>Strengths</a:t>
          </a:r>
          <a:endParaRPr lang="en-US" sz="3600" kern="1200"/>
        </a:p>
      </dsp:txBody>
      <dsp:txXfrm>
        <a:off x="478837" y="1737507"/>
        <a:ext cx="4320000" cy="648000"/>
      </dsp:txXfrm>
    </dsp:sp>
    <dsp:sp modelId="{EE581038-56CA-407D-A259-E5A11B4B2C6E}">
      <dsp:nvSpPr>
        <dsp:cNvPr id="0" name=""/>
        <dsp:cNvSpPr/>
      </dsp:nvSpPr>
      <dsp:spPr>
        <a:xfrm>
          <a:off x="478837" y="2447975"/>
          <a:ext cx="4320000" cy="7666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Centralised control</a:t>
          </a:r>
          <a:endParaRPr lang="en-US" sz="2300" kern="1200"/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Visibility &amp; compliance</a:t>
          </a:r>
          <a:endParaRPr lang="en-US" sz="2300" kern="1200"/>
        </a:p>
      </dsp:txBody>
      <dsp:txXfrm>
        <a:off x="478837" y="2447975"/>
        <a:ext cx="4320000" cy="766643"/>
      </dsp:txXfrm>
    </dsp:sp>
    <dsp:sp modelId="{CF38F775-6ECB-454C-9E23-EBB9FE4F6929}">
      <dsp:nvSpPr>
        <dsp:cNvPr id="0" name=""/>
        <dsp:cNvSpPr/>
      </dsp:nvSpPr>
      <dsp:spPr>
        <a:xfrm>
          <a:off x="5554837" y="91200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477359-20D1-4FB8-A226-F06DFB2800D2}">
      <dsp:nvSpPr>
        <dsp:cNvPr id="0" name=""/>
        <dsp:cNvSpPr/>
      </dsp:nvSpPr>
      <dsp:spPr>
        <a:xfrm>
          <a:off x="5554837" y="1737507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600" b="1" kern="1200"/>
            <a:t>Limitations</a:t>
          </a:r>
          <a:endParaRPr lang="en-US" sz="3600" kern="1200"/>
        </a:p>
      </dsp:txBody>
      <dsp:txXfrm>
        <a:off x="5554837" y="1737507"/>
        <a:ext cx="4320000" cy="648000"/>
      </dsp:txXfrm>
    </dsp:sp>
    <dsp:sp modelId="{EC67B5DF-2121-42CD-9599-EBD512F8E2E7}">
      <dsp:nvSpPr>
        <dsp:cNvPr id="0" name=""/>
        <dsp:cNvSpPr/>
      </dsp:nvSpPr>
      <dsp:spPr>
        <a:xfrm>
          <a:off x="5554837" y="2447975"/>
          <a:ext cx="4320000" cy="7666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Vendor bias</a:t>
          </a:r>
          <a:endParaRPr lang="en-US" sz="2300" kern="1200"/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/>
            <a:t>Governance &amp; readiness issues</a:t>
          </a:r>
          <a:endParaRPr lang="en-US" sz="2300" kern="1200"/>
        </a:p>
      </dsp:txBody>
      <dsp:txXfrm>
        <a:off x="5554837" y="2447975"/>
        <a:ext cx="4320000" cy="76664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346822-60D4-4FE4-8680-643A58E7494C}">
      <dsp:nvSpPr>
        <dsp:cNvPr id="0" name=""/>
        <dsp:cNvSpPr/>
      </dsp:nvSpPr>
      <dsp:spPr>
        <a:xfrm>
          <a:off x="0" y="1921"/>
          <a:ext cx="5924550" cy="9737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70C0F0-163A-48D2-AF38-048E5C261C41}">
      <dsp:nvSpPr>
        <dsp:cNvPr id="0" name=""/>
        <dsp:cNvSpPr/>
      </dsp:nvSpPr>
      <dsp:spPr>
        <a:xfrm>
          <a:off x="294559" y="221014"/>
          <a:ext cx="535561" cy="53556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54C3AC-07B1-4091-9EAE-1D15082574B0}">
      <dsp:nvSpPr>
        <dsp:cNvPr id="0" name=""/>
        <dsp:cNvSpPr/>
      </dsp:nvSpPr>
      <dsp:spPr>
        <a:xfrm>
          <a:off x="1124680" y="1921"/>
          <a:ext cx="4799869" cy="973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055" tIns="103055" rIns="103055" bIns="10305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Semi-structured interviews</a:t>
          </a:r>
          <a:endParaRPr lang="en-US" sz="2200" kern="1200"/>
        </a:p>
      </dsp:txBody>
      <dsp:txXfrm>
        <a:off x="1124680" y="1921"/>
        <a:ext cx="4799869" cy="973748"/>
      </dsp:txXfrm>
    </dsp:sp>
    <dsp:sp modelId="{E8191747-E027-417C-B957-1B603EB9A4A5}">
      <dsp:nvSpPr>
        <dsp:cNvPr id="0" name=""/>
        <dsp:cNvSpPr/>
      </dsp:nvSpPr>
      <dsp:spPr>
        <a:xfrm>
          <a:off x="0" y="1219107"/>
          <a:ext cx="5924550" cy="9737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C467C8-438B-4F52-A061-31E6C9D92F85}">
      <dsp:nvSpPr>
        <dsp:cNvPr id="0" name=""/>
        <dsp:cNvSpPr/>
      </dsp:nvSpPr>
      <dsp:spPr>
        <a:xfrm>
          <a:off x="294559" y="1438200"/>
          <a:ext cx="535561" cy="53556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5CAA63-0061-4332-A169-766364901652}">
      <dsp:nvSpPr>
        <dsp:cNvPr id="0" name=""/>
        <dsp:cNvSpPr/>
      </dsp:nvSpPr>
      <dsp:spPr>
        <a:xfrm>
          <a:off x="1124680" y="1219107"/>
          <a:ext cx="4799869" cy="973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055" tIns="103055" rIns="103055" bIns="10305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IT professionals</a:t>
          </a:r>
          <a:endParaRPr lang="en-US" sz="2200" kern="1200"/>
        </a:p>
      </dsp:txBody>
      <dsp:txXfrm>
        <a:off x="1124680" y="1219107"/>
        <a:ext cx="4799869" cy="973748"/>
      </dsp:txXfrm>
    </dsp:sp>
    <dsp:sp modelId="{1A1E0891-9785-4D3D-A2DC-76B0CEF3543C}">
      <dsp:nvSpPr>
        <dsp:cNvPr id="0" name=""/>
        <dsp:cNvSpPr/>
      </dsp:nvSpPr>
      <dsp:spPr>
        <a:xfrm>
          <a:off x="0" y="2436293"/>
          <a:ext cx="5924550" cy="9737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800B00-C9B2-4801-A8A9-F0D7B42B5010}">
      <dsp:nvSpPr>
        <dsp:cNvPr id="0" name=""/>
        <dsp:cNvSpPr/>
      </dsp:nvSpPr>
      <dsp:spPr>
        <a:xfrm>
          <a:off x="294559" y="2655387"/>
          <a:ext cx="535561" cy="53556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52AF04-543F-4DCA-B990-4F00FF6904FB}">
      <dsp:nvSpPr>
        <dsp:cNvPr id="0" name=""/>
        <dsp:cNvSpPr/>
      </dsp:nvSpPr>
      <dsp:spPr>
        <a:xfrm>
          <a:off x="1124680" y="2436293"/>
          <a:ext cx="4799869" cy="973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055" tIns="103055" rIns="103055" bIns="10305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8–12 participants</a:t>
          </a:r>
          <a:endParaRPr lang="en-US" sz="2200" kern="1200"/>
        </a:p>
      </dsp:txBody>
      <dsp:txXfrm>
        <a:off x="1124680" y="2436293"/>
        <a:ext cx="4799869" cy="973748"/>
      </dsp:txXfrm>
    </dsp:sp>
    <dsp:sp modelId="{6B89B2BB-E528-4B74-9663-815F5FA9D9E7}">
      <dsp:nvSpPr>
        <dsp:cNvPr id="0" name=""/>
        <dsp:cNvSpPr/>
      </dsp:nvSpPr>
      <dsp:spPr>
        <a:xfrm>
          <a:off x="0" y="3653479"/>
          <a:ext cx="5924550" cy="9737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C78582-CD70-4512-8BF5-8AFDBBD96DB6}">
      <dsp:nvSpPr>
        <dsp:cNvPr id="0" name=""/>
        <dsp:cNvSpPr/>
      </dsp:nvSpPr>
      <dsp:spPr>
        <a:xfrm>
          <a:off x="294559" y="3872573"/>
          <a:ext cx="535561" cy="53556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D70DE6-B580-4135-9F9E-0800E2A1E213}">
      <dsp:nvSpPr>
        <dsp:cNvPr id="0" name=""/>
        <dsp:cNvSpPr/>
      </dsp:nvSpPr>
      <dsp:spPr>
        <a:xfrm>
          <a:off x="1124680" y="3653479"/>
          <a:ext cx="4799869" cy="973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055" tIns="103055" rIns="103055" bIns="10305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Diverse roles &amp; organisations</a:t>
          </a:r>
          <a:endParaRPr lang="en-US" sz="2200" kern="1200"/>
        </a:p>
      </dsp:txBody>
      <dsp:txXfrm>
        <a:off x="1124680" y="3653479"/>
        <a:ext cx="4799869" cy="97374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EA7737-E252-4EE9-8B6A-644B7B7E8300}">
      <dsp:nvSpPr>
        <dsp:cNvPr id="0" name=""/>
        <dsp:cNvSpPr/>
      </dsp:nvSpPr>
      <dsp:spPr>
        <a:xfrm>
          <a:off x="345103" y="1253559"/>
          <a:ext cx="1078699" cy="107869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D04DCA-F7C6-4642-8838-A1130C18CFAE}">
      <dsp:nvSpPr>
        <dsp:cNvPr id="0" name=""/>
        <dsp:cNvSpPr/>
      </dsp:nvSpPr>
      <dsp:spPr>
        <a:xfrm>
          <a:off x="574989" y="1483446"/>
          <a:ext cx="618925" cy="6189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535165-3436-48E1-9CB7-BD27779DE82C}">
      <dsp:nvSpPr>
        <dsp:cNvPr id="0" name=""/>
        <dsp:cNvSpPr/>
      </dsp:nvSpPr>
      <dsp:spPr>
        <a:xfrm>
          <a:off x="273" y="2668246"/>
          <a:ext cx="1768359" cy="707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kern="1200"/>
            <a:t>Thematic analysis</a:t>
          </a:r>
          <a:endParaRPr lang="en-US" sz="1700" kern="1200"/>
        </a:p>
      </dsp:txBody>
      <dsp:txXfrm>
        <a:off x="273" y="2668246"/>
        <a:ext cx="1768359" cy="707343"/>
      </dsp:txXfrm>
    </dsp:sp>
    <dsp:sp modelId="{B40E349A-E05C-4FE2-83DC-66B9E575806D}">
      <dsp:nvSpPr>
        <dsp:cNvPr id="0" name=""/>
        <dsp:cNvSpPr/>
      </dsp:nvSpPr>
      <dsp:spPr>
        <a:xfrm>
          <a:off x="2422925" y="1253559"/>
          <a:ext cx="1078699" cy="107869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F7B374-64FF-4A11-9B8A-9A01A4F0555C}">
      <dsp:nvSpPr>
        <dsp:cNvPr id="0" name=""/>
        <dsp:cNvSpPr/>
      </dsp:nvSpPr>
      <dsp:spPr>
        <a:xfrm>
          <a:off x="2652812" y="1483446"/>
          <a:ext cx="618925" cy="6189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761901-9C0F-4A81-B615-8A1C95140B66}">
      <dsp:nvSpPr>
        <dsp:cNvPr id="0" name=""/>
        <dsp:cNvSpPr/>
      </dsp:nvSpPr>
      <dsp:spPr>
        <a:xfrm>
          <a:off x="2078095" y="2668246"/>
          <a:ext cx="1768359" cy="707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kern="1200"/>
            <a:t>Coding → themes</a:t>
          </a:r>
          <a:endParaRPr lang="en-US" sz="1700" kern="1200"/>
        </a:p>
      </dsp:txBody>
      <dsp:txXfrm>
        <a:off x="2078095" y="2668246"/>
        <a:ext cx="1768359" cy="707343"/>
      </dsp:txXfrm>
    </dsp:sp>
    <dsp:sp modelId="{1D27E1DF-A28D-4536-A288-56B94FF7B946}">
      <dsp:nvSpPr>
        <dsp:cNvPr id="0" name=""/>
        <dsp:cNvSpPr/>
      </dsp:nvSpPr>
      <dsp:spPr>
        <a:xfrm>
          <a:off x="4500747" y="1253559"/>
          <a:ext cx="1078699" cy="107869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30AB84-FEBB-4996-9477-39BF251D384F}">
      <dsp:nvSpPr>
        <dsp:cNvPr id="0" name=""/>
        <dsp:cNvSpPr/>
      </dsp:nvSpPr>
      <dsp:spPr>
        <a:xfrm>
          <a:off x="4730634" y="1483446"/>
          <a:ext cx="618925" cy="6189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50EAD2-52B3-4BDA-A9C6-2A338FBB03A4}">
      <dsp:nvSpPr>
        <dsp:cNvPr id="0" name=""/>
        <dsp:cNvSpPr/>
      </dsp:nvSpPr>
      <dsp:spPr>
        <a:xfrm>
          <a:off x="4155917" y="2668246"/>
          <a:ext cx="1768359" cy="7073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1700" kern="1200"/>
            <a:t>Security &amp; efficiency themes</a:t>
          </a:r>
          <a:endParaRPr lang="en-US" sz="1700" kern="1200"/>
        </a:p>
      </dsp:txBody>
      <dsp:txXfrm>
        <a:off x="4155917" y="2668246"/>
        <a:ext cx="1768359" cy="70734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1A0311-5242-4D54-A141-45F2C201BCC7}">
      <dsp:nvSpPr>
        <dsp:cNvPr id="0" name=""/>
        <dsp:cNvSpPr/>
      </dsp:nvSpPr>
      <dsp:spPr>
        <a:xfrm>
          <a:off x="0" y="1921"/>
          <a:ext cx="5924550" cy="9737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12FCDF-585C-4D7A-9637-7803EB08127E}">
      <dsp:nvSpPr>
        <dsp:cNvPr id="0" name=""/>
        <dsp:cNvSpPr/>
      </dsp:nvSpPr>
      <dsp:spPr>
        <a:xfrm>
          <a:off x="294559" y="221014"/>
          <a:ext cx="535561" cy="53556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2E02E5-ECBD-46D6-A775-9DE76FD9372B}">
      <dsp:nvSpPr>
        <dsp:cNvPr id="0" name=""/>
        <dsp:cNvSpPr/>
      </dsp:nvSpPr>
      <dsp:spPr>
        <a:xfrm>
          <a:off x="1124680" y="1921"/>
          <a:ext cx="4799869" cy="973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055" tIns="103055" rIns="103055" bIns="10305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Informed consent</a:t>
          </a:r>
          <a:endParaRPr lang="en-US" sz="2200" kern="1200" dirty="0"/>
        </a:p>
      </dsp:txBody>
      <dsp:txXfrm>
        <a:off x="1124680" y="1921"/>
        <a:ext cx="4799869" cy="973748"/>
      </dsp:txXfrm>
    </dsp:sp>
    <dsp:sp modelId="{F9450D4A-4124-4C1C-85CC-968C606B4A37}">
      <dsp:nvSpPr>
        <dsp:cNvPr id="0" name=""/>
        <dsp:cNvSpPr/>
      </dsp:nvSpPr>
      <dsp:spPr>
        <a:xfrm>
          <a:off x="0" y="1219107"/>
          <a:ext cx="5924550" cy="9737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7D0473-7389-4250-B2D9-8F923EFA2406}">
      <dsp:nvSpPr>
        <dsp:cNvPr id="0" name=""/>
        <dsp:cNvSpPr/>
      </dsp:nvSpPr>
      <dsp:spPr>
        <a:xfrm>
          <a:off x="294559" y="1438200"/>
          <a:ext cx="535561" cy="53556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1CD3F4-7EE2-42C9-885D-4320B53199A3}">
      <dsp:nvSpPr>
        <dsp:cNvPr id="0" name=""/>
        <dsp:cNvSpPr/>
      </dsp:nvSpPr>
      <dsp:spPr>
        <a:xfrm>
          <a:off x="1124680" y="1219107"/>
          <a:ext cx="4799869" cy="973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055" tIns="103055" rIns="103055" bIns="10305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Anonymity</a:t>
          </a:r>
          <a:endParaRPr lang="en-US" sz="2200" kern="1200"/>
        </a:p>
      </dsp:txBody>
      <dsp:txXfrm>
        <a:off x="1124680" y="1219107"/>
        <a:ext cx="4799869" cy="973748"/>
      </dsp:txXfrm>
    </dsp:sp>
    <dsp:sp modelId="{22A9CC08-271E-43AA-BFE3-8C548C3CCC98}">
      <dsp:nvSpPr>
        <dsp:cNvPr id="0" name=""/>
        <dsp:cNvSpPr/>
      </dsp:nvSpPr>
      <dsp:spPr>
        <a:xfrm>
          <a:off x="0" y="2436293"/>
          <a:ext cx="5924550" cy="9737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9CF786-79A4-411B-9EA8-D6995E66B89F}">
      <dsp:nvSpPr>
        <dsp:cNvPr id="0" name=""/>
        <dsp:cNvSpPr/>
      </dsp:nvSpPr>
      <dsp:spPr>
        <a:xfrm>
          <a:off x="294559" y="2655387"/>
          <a:ext cx="535561" cy="53556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F466B3-F095-4ADF-AE6F-6457B4E1F639}">
      <dsp:nvSpPr>
        <dsp:cNvPr id="0" name=""/>
        <dsp:cNvSpPr/>
      </dsp:nvSpPr>
      <dsp:spPr>
        <a:xfrm>
          <a:off x="1124680" y="2436293"/>
          <a:ext cx="4799869" cy="973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055" tIns="103055" rIns="103055" bIns="10305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UK GDPR</a:t>
          </a:r>
          <a:endParaRPr lang="en-US" sz="2200" kern="1200"/>
        </a:p>
      </dsp:txBody>
      <dsp:txXfrm>
        <a:off x="1124680" y="2436293"/>
        <a:ext cx="4799869" cy="973748"/>
      </dsp:txXfrm>
    </dsp:sp>
    <dsp:sp modelId="{A77159B0-D0D1-4458-BB4F-7A4F6B0477EC}">
      <dsp:nvSpPr>
        <dsp:cNvPr id="0" name=""/>
        <dsp:cNvSpPr/>
      </dsp:nvSpPr>
      <dsp:spPr>
        <a:xfrm>
          <a:off x="0" y="3653479"/>
          <a:ext cx="5924550" cy="9737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142E1F-0578-4A5B-B165-D3341A03A1B2}">
      <dsp:nvSpPr>
        <dsp:cNvPr id="0" name=""/>
        <dsp:cNvSpPr/>
      </dsp:nvSpPr>
      <dsp:spPr>
        <a:xfrm>
          <a:off x="294559" y="3872573"/>
          <a:ext cx="535561" cy="53556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1D024F-4D8A-4EB2-803B-E063E4CBBF25}">
      <dsp:nvSpPr>
        <dsp:cNvPr id="0" name=""/>
        <dsp:cNvSpPr/>
      </dsp:nvSpPr>
      <dsp:spPr>
        <a:xfrm>
          <a:off x="1124680" y="3653479"/>
          <a:ext cx="4799869" cy="9737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055" tIns="103055" rIns="103055" bIns="10305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/>
            <a:t>BCS standards</a:t>
          </a:r>
          <a:endParaRPr lang="en-US" sz="2200" kern="1200"/>
        </a:p>
      </dsp:txBody>
      <dsp:txXfrm>
        <a:off x="1124680" y="3653479"/>
        <a:ext cx="4799869" cy="97374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0684C9-2058-42E9-9EC3-E6C035472C8E}">
      <dsp:nvSpPr>
        <dsp:cNvPr id="0" name=""/>
        <dsp:cNvSpPr/>
      </dsp:nvSpPr>
      <dsp:spPr>
        <a:xfrm>
          <a:off x="0" y="3616"/>
          <a:ext cx="5924550" cy="77031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A374C7-5BBB-43A9-9170-B66868911EB1}">
      <dsp:nvSpPr>
        <dsp:cNvPr id="0" name=""/>
        <dsp:cNvSpPr/>
      </dsp:nvSpPr>
      <dsp:spPr>
        <a:xfrm>
          <a:off x="233021" y="176938"/>
          <a:ext cx="423675" cy="4236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59795D-06DD-4FD5-B41F-1108E6FB3267}">
      <dsp:nvSpPr>
        <dsp:cNvPr id="0" name=""/>
        <dsp:cNvSpPr/>
      </dsp:nvSpPr>
      <dsp:spPr>
        <a:xfrm>
          <a:off x="889719" y="3616"/>
          <a:ext cx="5034830" cy="7703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25" tIns="81525" rIns="81525" bIns="8152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Interview guide</a:t>
          </a:r>
          <a:endParaRPr lang="en-US" sz="1900" kern="1200"/>
        </a:p>
      </dsp:txBody>
      <dsp:txXfrm>
        <a:off x="889719" y="3616"/>
        <a:ext cx="5034830" cy="770319"/>
      </dsp:txXfrm>
    </dsp:sp>
    <dsp:sp modelId="{C895AF06-9656-4172-8C7B-09BFD0642927}">
      <dsp:nvSpPr>
        <dsp:cNvPr id="0" name=""/>
        <dsp:cNvSpPr/>
      </dsp:nvSpPr>
      <dsp:spPr>
        <a:xfrm>
          <a:off x="0" y="966515"/>
          <a:ext cx="5924550" cy="77031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C8835E-D2AF-4F57-BF56-FFFF05C54562}">
      <dsp:nvSpPr>
        <dsp:cNvPr id="0" name=""/>
        <dsp:cNvSpPr/>
      </dsp:nvSpPr>
      <dsp:spPr>
        <a:xfrm>
          <a:off x="233021" y="1139837"/>
          <a:ext cx="423675" cy="4236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71DADE-7A11-4B1D-A79D-6E68D5CD2B36}">
      <dsp:nvSpPr>
        <dsp:cNvPr id="0" name=""/>
        <dsp:cNvSpPr/>
      </dsp:nvSpPr>
      <dsp:spPr>
        <a:xfrm>
          <a:off x="889719" y="966515"/>
          <a:ext cx="5034830" cy="7703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25" tIns="81525" rIns="81525" bIns="8152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Transcripts</a:t>
          </a:r>
          <a:endParaRPr lang="en-US" sz="1900" kern="1200"/>
        </a:p>
      </dsp:txBody>
      <dsp:txXfrm>
        <a:off x="889719" y="966515"/>
        <a:ext cx="5034830" cy="770319"/>
      </dsp:txXfrm>
    </dsp:sp>
    <dsp:sp modelId="{65129287-65FE-4482-993C-887895B38BC8}">
      <dsp:nvSpPr>
        <dsp:cNvPr id="0" name=""/>
        <dsp:cNvSpPr/>
      </dsp:nvSpPr>
      <dsp:spPr>
        <a:xfrm>
          <a:off x="0" y="1929415"/>
          <a:ext cx="5924550" cy="77031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F7BF61-7895-4E84-ADCC-FC936B82AE0D}">
      <dsp:nvSpPr>
        <dsp:cNvPr id="0" name=""/>
        <dsp:cNvSpPr/>
      </dsp:nvSpPr>
      <dsp:spPr>
        <a:xfrm>
          <a:off x="233021" y="2102737"/>
          <a:ext cx="423675" cy="4236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55E10D-0FCA-456B-9E20-9B92575CF987}">
      <dsp:nvSpPr>
        <dsp:cNvPr id="0" name=""/>
        <dsp:cNvSpPr/>
      </dsp:nvSpPr>
      <dsp:spPr>
        <a:xfrm>
          <a:off x="889719" y="1929415"/>
          <a:ext cx="5034830" cy="7703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25" tIns="81525" rIns="81525" bIns="8152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Thematic framework</a:t>
          </a:r>
          <a:endParaRPr lang="en-US" sz="1900" kern="1200"/>
        </a:p>
      </dsp:txBody>
      <dsp:txXfrm>
        <a:off x="889719" y="1929415"/>
        <a:ext cx="5034830" cy="770319"/>
      </dsp:txXfrm>
    </dsp:sp>
    <dsp:sp modelId="{E20738DB-F4D0-40A3-9377-6ABB458EF0BA}">
      <dsp:nvSpPr>
        <dsp:cNvPr id="0" name=""/>
        <dsp:cNvSpPr/>
      </dsp:nvSpPr>
      <dsp:spPr>
        <a:xfrm>
          <a:off x="0" y="2892314"/>
          <a:ext cx="5924550" cy="77031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4CFB49-6EB5-4D88-9DD6-364AFF54E5D5}">
      <dsp:nvSpPr>
        <dsp:cNvPr id="0" name=""/>
        <dsp:cNvSpPr/>
      </dsp:nvSpPr>
      <dsp:spPr>
        <a:xfrm>
          <a:off x="233021" y="3065636"/>
          <a:ext cx="423675" cy="4236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8D18D0-45DA-47DB-A773-7BEA3306C87B}">
      <dsp:nvSpPr>
        <dsp:cNvPr id="0" name=""/>
        <dsp:cNvSpPr/>
      </dsp:nvSpPr>
      <dsp:spPr>
        <a:xfrm>
          <a:off x="889719" y="2892314"/>
          <a:ext cx="5034830" cy="7703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25" tIns="81525" rIns="81525" bIns="8152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1" kern="1200"/>
            <a:t>Timeline (simple):</a:t>
          </a:r>
          <a:endParaRPr lang="en-US" sz="1900" kern="1200"/>
        </a:p>
      </dsp:txBody>
      <dsp:txXfrm>
        <a:off x="889719" y="2892314"/>
        <a:ext cx="5034830" cy="770319"/>
      </dsp:txXfrm>
    </dsp:sp>
    <dsp:sp modelId="{06D2CBE1-1AC6-48C8-B95D-E9A1F216F538}">
      <dsp:nvSpPr>
        <dsp:cNvPr id="0" name=""/>
        <dsp:cNvSpPr/>
      </dsp:nvSpPr>
      <dsp:spPr>
        <a:xfrm>
          <a:off x="0" y="3855213"/>
          <a:ext cx="5924550" cy="77031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388F41-44CB-4C14-B1B5-C0B5E5085C64}">
      <dsp:nvSpPr>
        <dsp:cNvPr id="0" name=""/>
        <dsp:cNvSpPr/>
      </dsp:nvSpPr>
      <dsp:spPr>
        <a:xfrm>
          <a:off x="233021" y="4028535"/>
          <a:ext cx="423675" cy="42367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342CE6-7FFC-4845-8287-9FB84B2D1F7D}">
      <dsp:nvSpPr>
        <dsp:cNvPr id="0" name=""/>
        <dsp:cNvSpPr/>
      </dsp:nvSpPr>
      <dsp:spPr>
        <a:xfrm>
          <a:off x="889719" y="3855213"/>
          <a:ext cx="5034830" cy="7703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25" tIns="81525" rIns="81525" bIns="81525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Literature → Ethics → Data → Analysis → Presentation</a:t>
          </a:r>
          <a:endParaRPr lang="en-US" sz="1900" kern="1200" dirty="0"/>
        </a:p>
      </dsp:txBody>
      <dsp:txXfrm>
        <a:off x="889719" y="3855213"/>
        <a:ext cx="5034830" cy="77031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727F7B-0C6A-40ED-8F1F-DF2B44595D24}">
      <dsp:nvSpPr>
        <dsp:cNvPr id="0" name=""/>
        <dsp:cNvSpPr/>
      </dsp:nvSpPr>
      <dsp:spPr>
        <a:xfrm>
          <a:off x="0" y="2260"/>
          <a:ext cx="592455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28E7AC8-03E8-4152-AF69-E075C7E0BF85}">
      <dsp:nvSpPr>
        <dsp:cNvPr id="0" name=""/>
        <dsp:cNvSpPr/>
      </dsp:nvSpPr>
      <dsp:spPr>
        <a:xfrm>
          <a:off x="0" y="2260"/>
          <a:ext cx="5924550" cy="1541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kern="1200"/>
            <a:t>Research gap addressed</a:t>
          </a:r>
          <a:endParaRPr lang="en-US" sz="4400" kern="1200"/>
        </a:p>
      </dsp:txBody>
      <dsp:txXfrm>
        <a:off x="0" y="2260"/>
        <a:ext cx="5924550" cy="1541543"/>
      </dsp:txXfrm>
    </dsp:sp>
    <dsp:sp modelId="{83760C2B-1E4B-43A2-9763-2D0ED754B5B9}">
      <dsp:nvSpPr>
        <dsp:cNvPr id="0" name=""/>
        <dsp:cNvSpPr/>
      </dsp:nvSpPr>
      <dsp:spPr>
        <a:xfrm>
          <a:off x="0" y="1543803"/>
          <a:ext cx="592455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3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8933747-B296-4626-AF6D-7A86DE1C778F}">
      <dsp:nvSpPr>
        <dsp:cNvPr id="0" name=""/>
        <dsp:cNvSpPr/>
      </dsp:nvSpPr>
      <dsp:spPr>
        <a:xfrm>
          <a:off x="0" y="1543803"/>
          <a:ext cx="5924550" cy="1541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kern="1200"/>
            <a:t>Feasible methodology</a:t>
          </a:r>
          <a:endParaRPr lang="en-US" sz="4400" kern="1200"/>
        </a:p>
      </dsp:txBody>
      <dsp:txXfrm>
        <a:off x="0" y="1543803"/>
        <a:ext cx="5924550" cy="1541543"/>
      </dsp:txXfrm>
    </dsp:sp>
    <dsp:sp modelId="{CECB2302-CCAD-4E70-BDB1-BDE0D0B0848F}">
      <dsp:nvSpPr>
        <dsp:cNvPr id="0" name=""/>
        <dsp:cNvSpPr/>
      </dsp:nvSpPr>
      <dsp:spPr>
        <a:xfrm>
          <a:off x="0" y="3085346"/>
          <a:ext cx="592455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4"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2E5BF6A-9B8C-4ED4-AC65-6E4911909E78}">
      <dsp:nvSpPr>
        <dsp:cNvPr id="0" name=""/>
        <dsp:cNvSpPr/>
      </dsp:nvSpPr>
      <dsp:spPr>
        <a:xfrm>
          <a:off x="0" y="3085346"/>
          <a:ext cx="5924550" cy="15415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t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kern="1200"/>
            <a:t>Contribution to computing</a:t>
          </a:r>
          <a:endParaRPr lang="en-US" sz="4400" kern="1200"/>
        </a:p>
      </dsp:txBody>
      <dsp:txXfrm>
        <a:off x="0" y="3085346"/>
        <a:ext cx="5924550" cy="15415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902B-5E4A-49B5-9954-7943E404606A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759E-BEE3-4B8D-A683-30F176866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9220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902B-5E4A-49B5-9954-7943E404606A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759E-BEE3-4B8D-A683-30F176866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5839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902B-5E4A-49B5-9954-7943E404606A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759E-BEE3-4B8D-A683-30F176866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4840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902B-5E4A-49B5-9954-7943E404606A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759E-BEE3-4B8D-A683-30F176866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3042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902B-5E4A-49B5-9954-7943E404606A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759E-BEE3-4B8D-A683-30F176866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0585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902B-5E4A-49B5-9954-7943E404606A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759E-BEE3-4B8D-A683-30F176866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6258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902B-5E4A-49B5-9954-7943E404606A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759E-BEE3-4B8D-A683-30F176866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6003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902B-5E4A-49B5-9954-7943E404606A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759E-BEE3-4B8D-A683-30F176866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356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902B-5E4A-49B5-9954-7943E404606A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759E-BEE3-4B8D-A683-30F176866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9502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902B-5E4A-49B5-9954-7943E404606A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759E-BEE3-4B8D-A683-30F176866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7661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902B-5E4A-49B5-9954-7943E404606A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759E-BEE3-4B8D-A683-30F176866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2808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902B-5E4A-49B5-9954-7943E404606A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759E-BEE3-4B8D-A683-30F176866C09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848578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902B-5E4A-49B5-9954-7943E404606A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759E-BEE3-4B8D-A683-30F176866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89838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902B-5E4A-49B5-9954-7943E404606A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759E-BEE3-4B8D-A683-30F176866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65764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902B-5E4A-49B5-9954-7943E404606A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759E-BEE3-4B8D-A683-30F176866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32477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902B-5E4A-49B5-9954-7943E404606A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759E-BEE3-4B8D-A683-30F176866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94522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6902B-5E4A-49B5-9954-7943E404606A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D759E-BEE3-4B8D-A683-30F176866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2668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56902B-5E4A-49B5-9954-7943E404606A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BD759E-BEE3-4B8D-A683-30F176866C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78334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61A1406-9A11-DD57-73B0-53E3B1B7E06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463119" y="-868680"/>
            <a:ext cx="11364619" cy="2387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4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Impact of Cloud-Based Device Management on Security and Operational Efficiency in Organisations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F41AD42-3A27-CE0C-5065-C1A36D404F0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46276" y="2991676"/>
            <a:ext cx="7737518" cy="157396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Mustafa Hussein</a:t>
            </a:r>
            <a:endParaRPr lang="en-US" altLang="en-US" sz="2000" b="1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lang="en-GB" sz="20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Research Methods and Professional Practice October 2025 B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Unit 10 – Research Proposal Presentation</a:t>
            </a:r>
          </a:p>
        </p:txBody>
      </p:sp>
      <p:pic>
        <p:nvPicPr>
          <p:cNvPr id="7" name="Graphic 6" descr="Cloud with solid fill">
            <a:extLst>
              <a:ext uri="{FF2B5EF4-FFF2-40B4-BE49-F238E27FC236}">
                <a16:creationId xmlns:a16="http://schemas.microsoft.com/office/drawing/2014/main" id="{7E0C36F3-0734-E0A7-9886-258271CC78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24971" y="2991676"/>
            <a:ext cx="3402767" cy="3402767"/>
          </a:xfrm>
          <a:prstGeom prst="rect">
            <a:avLst/>
          </a:prstGeom>
          <a:ln w="190500" cap="sq">
            <a:solidFill>
              <a:srgbClr val="FFFFFF"/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</p:pic>
    </p:spTree>
    <p:extLst>
      <p:ext uri="{BB962C8B-B14F-4D97-AF65-F5344CB8AC3E}">
        <p14:creationId xmlns:p14="http://schemas.microsoft.com/office/powerpoint/2010/main" val="1145391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0AEB83-4884-E1E9-0BF3-A8D886C74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6880" y="3330786"/>
            <a:ext cx="4665980" cy="31106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7D1BCB-1B3F-EC3B-F1F2-F7C1311F9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&amp; Context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46B51-7005-2941-3FCB-C35A09461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Growth of cloud computing &amp; remote work</a:t>
            </a:r>
          </a:p>
          <a:p>
            <a:r>
              <a:rPr lang="en-GB" dirty="0"/>
              <a:t>Increase in managed endpoints</a:t>
            </a:r>
          </a:p>
          <a:p>
            <a:r>
              <a:rPr lang="en-GB" dirty="0"/>
              <a:t>Security &amp; management challenges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5412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95CA8-B719-14DD-10B8-46843DD56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Research Problem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B47CF-55CB-CAA1-4384-019EFE86B5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Vendor-led evidence dominates</a:t>
            </a:r>
          </a:p>
          <a:p>
            <a:r>
              <a:rPr lang="en-GB" dirty="0"/>
              <a:t>Limited independent academic evaluation</a:t>
            </a:r>
          </a:p>
          <a:p>
            <a:r>
              <a:rPr lang="en-GB" dirty="0"/>
              <a:t>Unclear real-world organisational impact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4230E4-4AE4-0DE9-F6FC-CE7EF0B777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6100" y="3088640"/>
            <a:ext cx="4861560" cy="324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643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9DCFD-476A-7278-B0D3-2575562AE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Significance &amp; 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0D617-AE03-175A-4311-79A2A4D15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Cloud computing</a:t>
            </a:r>
          </a:p>
          <a:p>
            <a:r>
              <a:rPr lang="en-GB" dirty="0"/>
              <a:t>Cybersecurity</a:t>
            </a:r>
          </a:p>
          <a:p>
            <a:r>
              <a:rPr lang="en-GB" dirty="0"/>
              <a:t>Enterprise IT management</a:t>
            </a:r>
          </a:p>
          <a:p>
            <a:r>
              <a:rPr lang="en-GB" dirty="0"/>
              <a:t>Evidence-based insight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49539E-5FB8-592C-4362-2590F27F71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5280" y="2919024"/>
            <a:ext cx="5143500" cy="3695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588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1B901-2FE5-C727-437F-6BAAC9C20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15FFA-6B50-59A4-BD75-307DB13213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6004" y="245806"/>
            <a:ext cx="9001462" cy="1307690"/>
          </a:xfrm>
        </p:spPr>
        <p:txBody>
          <a:bodyPr>
            <a:normAutofit fontScale="90000"/>
          </a:bodyPr>
          <a:lstStyle/>
          <a:p>
            <a:r>
              <a:rPr lang="en-GB" dirty="0"/>
              <a:t>Research Question</a:t>
            </a:r>
            <a:br>
              <a:rPr lang="en-GB" dirty="0"/>
            </a:b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9B4D6B-CB7B-2905-5128-EDFCFC3285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8791" y="2814639"/>
            <a:ext cx="9001462" cy="1655762"/>
          </a:xfrm>
        </p:spPr>
        <p:txBody>
          <a:bodyPr>
            <a:normAutofit/>
          </a:bodyPr>
          <a:lstStyle/>
          <a:p>
            <a:r>
              <a:rPr lang="en-GB" dirty="0"/>
              <a:t>To what extent does cloud-based device management improve security and operational efficiency in organisations?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3371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C96983-01AF-ED5A-9C1A-54A1954BD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8896-9717-83E6-184A-9618C77F0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>
            <a:normAutofit/>
          </a:bodyPr>
          <a:lstStyle/>
          <a:p>
            <a:r>
              <a:rPr lang="en-GB" dirty="0"/>
              <a:t>Aim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43113-3FA8-26C4-836F-E77E5C44C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6352824" cy="3695136"/>
          </a:xfrm>
        </p:spPr>
        <p:txBody>
          <a:bodyPr>
            <a:normAutofit/>
          </a:bodyPr>
          <a:lstStyle/>
          <a:p>
            <a:r>
              <a:rPr lang="en-GB" dirty="0"/>
              <a:t>Evaluate security impact</a:t>
            </a:r>
          </a:p>
          <a:p>
            <a:r>
              <a:rPr lang="en-GB" dirty="0"/>
              <a:t>Evaluate operational efficiency impact</a:t>
            </a:r>
          </a:p>
          <a:p>
            <a:endParaRPr lang="en-GB" dirty="0"/>
          </a:p>
        </p:txBody>
      </p:sp>
      <p:pic>
        <p:nvPicPr>
          <p:cNvPr id="9" name="Picture 8" descr="An arrow hitting a bull's eye target">
            <a:extLst>
              <a:ext uri="{FF2B5EF4-FFF2-40B4-BE49-F238E27FC236}">
                <a16:creationId xmlns:a16="http://schemas.microsoft.com/office/drawing/2014/main" id="{C233B406-1313-59CF-46E8-1FF28C5163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" r="-5" b="392"/>
          <a:stretch>
            <a:fillRect/>
          </a:stretch>
        </p:blipFill>
        <p:spPr>
          <a:xfrm>
            <a:off x="7678736" y="2210935"/>
            <a:ext cx="3511778" cy="3493180"/>
          </a:xfrm>
          <a:prstGeom prst="rect">
            <a:avLst/>
          </a:prstGeom>
          <a:ln w="190500" cap="sq">
            <a:solidFill>
              <a:srgbClr val="FFFFFF"/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</p:pic>
    </p:spTree>
    <p:extLst>
      <p:ext uri="{BB962C8B-B14F-4D97-AF65-F5344CB8AC3E}">
        <p14:creationId xmlns:p14="http://schemas.microsoft.com/office/powerpoint/2010/main" val="753254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01FCCA-CD11-ABE7-7FD3-D705EE3DE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76B5C-A17C-661D-643E-353B33206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475" y="609600"/>
            <a:ext cx="3643150" cy="5603310"/>
          </a:xfrm>
        </p:spPr>
        <p:txBody>
          <a:bodyPr>
            <a:normAutofit/>
          </a:bodyPr>
          <a:lstStyle/>
          <a:p>
            <a:r>
              <a:rPr lang="en-GB" dirty="0"/>
              <a:t>Objectives</a:t>
            </a:r>
            <a:br>
              <a:rPr lang="en-GB" dirty="0"/>
            </a:br>
            <a:endParaRPr lang="en-GB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9069F48-6FED-2D16-F84D-F1DA292AC3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1079175"/>
              </p:ext>
            </p:extLst>
          </p:nvPr>
        </p:nvGraphicFramePr>
        <p:xfrm>
          <a:off x="5127625" y="1114425"/>
          <a:ext cx="5924550" cy="4629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30351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9F4AB2-B735-71AC-8A4D-5D420147F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C4E0C-0736-8DA1-167F-79CEDCF3A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475" y="609600"/>
            <a:ext cx="3643150" cy="5603310"/>
          </a:xfrm>
        </p:spPr>
        <p:txBody>
          <a:bodyPr>
            <a:normAutofit/>
          </a:bodyPr>
          <a:lstStyle/>
          <a:p>
            <a:r>
              <a:rPr lang="en-GB" dirty="0"/>
              <a:t>Key Literature (Overview)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FAAE41-DDA8-E24D-0E00-81E51BA433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910306"/>
              </p:ext>
            </p:extLst>
          </p:nvPr>
        </p:nvGraphicFramePr>
        <p:xfrm>
          <a:off x="5127625" y="1114425"/>
          <a:ext cx="5924550" cy="4629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59598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298D62-4F28-1AAE-F473-F78194D04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AF383-6E53-786F-3AE8-3E0087629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>
            <a:normAutofit/>
          </a:bodyPr>
          <a:lstStyle/>
          <a:p>
            <a:r>
              <a:rPr lang="en-GB" dirty="0"/>
              <a:t>Key Literature (Critical)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A2AC96-1E47-421C-A03F-F98E354EB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95500"/>
            <a:ext cx="12192000" cy="47625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8E3B1BD7-B5AB-7FD2-564C-50B4FCFF78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0834351"/>
              </p:ext>
            </p:extLst>
          </p:nvPr>
        </p:nvGraphicFramePr>
        <p:xfrm>
          <a:off x="914400" y="2417233"/>
          <a:ext cx="10353675" cy="3305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87654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001666-DB29-BA19-3684-BA4F50DE2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13BE9-E909-5214-0047-3EEE03B656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6901" y="0"/>
            <a:ext cx="5896391" cy="23876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Research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589D26-D780-7DF9-9F02-FC43A332D7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5781" y="3602038"/>
            <a:ext cx="5896391" cy="1655762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/>
              <a:t>Qualitative</a:t>
            </a:r>
          </a:p>
          <a:p>
            <a:pPr marL="34290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/>
              <a:t>Exploratory</a:t>
            </a:r>
          </a:p>
          <a:p>
            <a:pPr marL="342900"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dirty="0"/>
              <a:t>Interpretivist</a:t>
            </a:r>
          </a:p>
          <a:p>
            <a:pPr indent="-2286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4" name="Graphic 13" descr="Magnifying glass">
            <a:extLst>
              <a:ext uri="{FF2B5EF4-FFF2-40B4-BE49-F238E27FC236}">
                <a16:creationId xmlns:a16="http://schemas.microsoft.com/office/drawing/2014/main" id="{AC4A2A03-D344-1BE8-02AF-FE33157555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78736" y="1488697"/>
            <a:ext cx="3402767" cy="3402767"/>
          </a:xfrm>
          <a:prstGeom prst="rect">
            <a:avLst/>
          </a:prstGeom>
          <a:ln w="190500" cap="sq">
            <a:solidFill>
              <a:srgbClr val="FFFFFF"/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</p:pic>
    </p:spTree>
    <p:extLst>
      <p:ext uri="{BB962C8B-B14F-4D97-AF65-F5344CB8AC3E}">
        <p14:creationId xmlns:p14="http://schemas.microsoft.com/office/powerpoint/2010/main" val="38480117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0280D9-53F2-BE69-B821-AD1499C25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F7934-C7D1-9FD9-FED1-54BE74AF2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475" y="609600"/>
            <a:ext cx="3643150" cy="5603310"/>
          </a:xfrm>
        </p:spPr>
        <p:txBody>
          <a:bodyPr>
            <a:normAutofit/>
          </a:bodyPr>
          <a:lstStyle/>
          <a:p>
            <a:r>
              <a:rPr lang="en-GB" dirty="0"/>
              <a:t>Data Collection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6DD0B0-44E1-CBE5-D495-C424174440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3257235"/>
              </p:ext>
            </p:extLst>
          </p:nvPr>
        </p:nvGraphicFramePr>
        <p:xfrm>
          <a:off x="5127625" y="1114425"/>
          <a:ext cx="5924550" cy="4629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58147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8315A0-1A45-26A3-7D69-1268AE51C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B639A-7EAD-0700-F040-543D4A45D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475" y="609600"/>
            <a:ext cx="3643150" cy="5603310"/>
          </a:xfrm>
        </p:spPr>
        <p:txBody>
          <a:bodyPr>
            <a:normAutofit/>
          </a:bodyPr>
          <a:lstStyle/>
          <a:p>
            <a:r>
              <a:rPr lang="en-GB" dirty="0"/>
              <a:t>Data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FA9C52-4085-255B-1871-0118A7017C0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1581952"/>
              </p:ext>
            </p:extLst>
          </p:nvPr>
        </p:nvGraphicFramePr>
        <p:xfrm>
          <a:off x="5127625" y="1114425"/>
          <a:ext cx="5924550" cy="4629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13404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C901F-EE2C-A5D8-B75C-4D9054024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372" y="609600"/>
            <a:ext cx="4017253" cy="5603310"/>
          </a:xfrm>
        </p:spPr>
        <p:txBody>
          <a:bodyPr>
            <a:normAutofit/>
          </a:bodyPr>
          <a:lstStyle/>
          <a:p>
            <a:r>
              <a:rPr lang="en-GB" dirty="0"/>
              <a:t>Ethics &amp; Risk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42139E-6E3C-5A53-3721-C7E2B3D87C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3435298"/>
              </p:ext>
            </p:extLst>
          </p:nvPr>
        </p:nvGraphicFramePr>
        <p:xfrm>
          <a:off x="5127625" y="1114425"/>
          <a:ext cx="5924550" cy="4629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7726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762B9-8379-8862-789D-50B08EEFB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475" y="609600"/>
            <a:ext cx="3643150" cy="5603310"/>
          </a:xfrm>
        </p:spPr>
        <p:txBody>
          <a:bodyPr>
            <a:normAutofit/>
          </a:bodyPr>
          <a:lstStyle/>
          <a:p>
            <a:r>
              <a:rPr lang="en-GB" dirty="0"/>
              <a:t>Artefacts &amp; Timeline</a:t>
            </a:r>
            <a:br>
              <a:rPr lang="en-GB" dirty="0"/>
            </a:br>
            <a:endParaRPr lang="en-GB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A9084B3-930C-95BC-6385-39676F21A3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6129220"/>
              </p:ext>
            </p:extLst>
          </p:nvPr>
        </p:nvGraphicFramePr>
        <p:xfrm>
          <a:off x="5127625" y="1114425"/>
          <a:ext cx="5924550" cy="4629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593873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AE0CF-24C0-DF76-B2D1-4B7648BAB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475" y="609600"/>
            <a:ext cx="3643150" cy="5603310"/>
          </a:xfrm>
        </p:spPr>
        <p:txBody>
          <a:bodyPr>
            <a:normAutofit/>
          </a:bodyPr>
          <a:lstStyle/>
          <a:p>
            <a:r>
              <a:rPr lang="en-GB" dirty="0"/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E803C90-9FA6-9F61-4502-F435E3D358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810118"/>
              </p:ext>
            </p:extLst>
          </p:nvPr>
        </p:nvGraphicFramePr>
        <p:xfrm>
          <a:off x="5127625" y="1114425"/>
          <a:ext cx="5924550" cy="4629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888830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4791</TotalTime>
  <Words>220</Words>
  <Application>Microsoft Office PowerPoint</Application>
  <PresentationFormat>Widescreen</PresentationFormat>
  <Paragraphs>67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Bookman Old Style</vt:lpstr>
      <vt:lpstr>Rockwell</vt:lpstr>
      <vt:lpstr>Damask</vt:lpstr>
      <vt:lpstr>The Impact of Cloud-Based Device Management on Security and Operational Efficiency in Organisations</vt:lpstr>
      <vt:lpstr>Introduction &amp; Context </vt:lpstr>
      <vt:lpstr>Research Problem </vt:lpstr>
      <vt:lpstr>Significance &amp; Contribution</vt:lpstr>
      <vt:lpstr>Research Question </vt:lpstr>
      <vt:lpstr>Aim </vt:lpstr>
      <vt:lpstr>Objectives </vt:lpstr>
      <vt:lpstr>Key Literature (Overview)</vt:lpstr>
      <vt:lpstr>Key Literature (Critical)</vt:lpstr>
      <vt:lpstr>Research Design</vt:lpstr>
      <vt:lpstr>Data Collection</vt:lpstr>
      <vt:lpstr>Data Analysis</vt:lpstr>
      <vt:lpstr>Ethics &amp; Risk</vt:lpstr>
      <vt:lpstr>Artefacts &amp; Timeline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Hussein, Mustafa</dc:creator>
  <cp:lastModifiedBy>Hussein, Mustafa</cp:lastModifiedBy>
  <cp:revision>1</cp:revision>
  <dcterms:created xsi:type="dcterms:W3CDTF">2026-01-03T14:54:26Z</dcterms:created>
  <dcterms:modified xsi:type="dcterms:W3CDTF">2026-01-13T21:22:55Z</dcterms:modified>
</cp:coreProperties>
</file>